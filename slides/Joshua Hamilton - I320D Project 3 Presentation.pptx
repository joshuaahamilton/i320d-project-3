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embeddedFontLst>
    <p:embeddedFont>
      <p:font typeface="Nunito"/>
      <p:regular r:id="rId17"/>
      <p:bold r:id="rId18"/>
      <p:italic r:id="rId19"/>
      <p:boldItalic r:id="rId20"/>
    </p:embeddedFont>
    <p:embeddedFont>
      <p:font typeface="Bebas Neue"/>
      <p:regular r:id="rId21"/>
    </p:embeddedFont>
    <p:embeddedFont>
      <p:font typeface="PT Sans"/>
      <p:regular r:id="rId22"/>
      <p:bold r:id="rId23"/>
      <p:italic r:id="rId24"/>
      <p:boldItalic r:id="rId25"/>
    </p:embeddedFont>
    <p:embeddedFont>
      <p:font typeface="Nunito Black"/>
      <p:bold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220D0B7-C4F9-4F26-95F7-FD068FDB6522}">
  <a:tblStyle styleId="{1220D0B7-C4F9-4F26-95F7-FD068FDB652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Nunito-boldItalic.fntdata"/><Relationship Id="rId22" Type="http://schemas.openxmlformats.org/officeDocument/2006/relationships/font" Target="fonts/PTSans-regular.fntdata"/><Relationship Id="rId21" Type="http://schemas.openxmlformats.org/officeDocument/2006/relationships/font" Target="fonts/BebasNeue-regular.fntdata"/><Relationship Id="rId24" Type="http://schemas.openxmlformats.org/officeDocument/2006/relationships/font" Target="fonts/PTSans-italic.fntdata"/><Relationship Id="rId23" Type="http://schemas.openxmlformats.org/officeDocument/2006/relationships/font" Target="fonts/PTSans-bold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NunitoBlack-bold.fntdata"/><Relationship Id="rId25" Type="http://schemas.openxmlformats.org/officeDocument/2006/relationships/font" Target="fonts/PTSans-boldItalic.fntdata"/><Relationship Id="rId27" Type="http://schemas.openxmlformats.org/officeDocument/2006/relationships/font" Target="fonts/NunitoBlack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Nunito-regular.fntdata"/><Relationship Id="rId16" Type="http://schemas.openxmlformats.org/officeDocument/2006/relationships/slide" Target="slides/slide11.xml"/><Relationship Id="rId19" Type="http://schemas.openxmlformats.org/officeDocument/2006/relationships/font" Target="fonts/Nunito-italic.fntdata"/><Relationship Id="rId18" Type="http://schemas.openxmlformats.org/officeDocument/2006/relationships/font" Target="fonts/Nunito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4dfce81f19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6" name="Google Shape;286;g4dfce81f19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24b2ec85ad0_0_11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0" name="Google Shape;340;g24b2ec85ad0_0_1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d5260bdd85_0_2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7" name="Google Shape;357;gd5260bdd85_0_2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gd431007ba2_0_2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3" name="Google Shape;403;gd431007ba2_0_2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g54dda1946d_6_3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4" name="Google Shape;424;g54dda1946d_6_3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gd5260bdd85_0_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6" name="Google Shape;456;gd5260bdd85_0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g14072739ea5_1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2" name="Google Shape;482;g14072739ea5_1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g54dda1946d_6_2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6" name="Google Shape;506;g54dda1946d_6_2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g54dda1946d_4_26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2" name="Google Shape;512;g54dda1946d_4_26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g54dda1946d_4_27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1" name="Google Shape;541;g54dda1946d_4_27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g54dda1946d_6_3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4" name="Google Shape;554;g54dda1946d_6_3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 flipH="1">
            <a:off x="347700" y="329250"/>
            <a:ext cx="8448600" cy="4919100"/>
          </a:xfrm>
          <a:prstGeom prst="round2SameRect">
            <a:avLst>
              <a:gd fmla="val 7753" name="adj1"/>
              <a:gd fmla="val 0" name="adj2"/>
            </a:avLst>
          </a:prstGeom>
          <a:solidFill>
            <a:srgbClr val="F8A890">
              <a:alpha val="170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" name="Google Shape;10;p2"/>
          <p:cNvSpPr txBox="1"/>
          <p:nvPr>
            <p:ph type="ctrTitle"/>
          </p:nvPr>
        </p:nvSpPr>
        <p:spPr>
          <a:xfrm>
            <a:off x="713150" y="979800"/>
            <a:ext cx="5316300" cy="196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b="0" sz="40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941750" y="3350575"/>
            <a:ext cx="2183400" cy="621600"/>
          </a:xfrm>
          <a:prstGeom prst="rect">
            <a:avLst/>
          </a:prstGeom>
          <a:solidFill>
            <a:schemeClr val="accent2"/>
          </a:solidFill>
          <a:ln cap="rnd" cmpd="sng" w="2286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/>
        </p:nvSpPr>
        <p:spPr>
          <a:xfrm flipH="1">
            <a:off x="347700" y="329250"/>
            <a:ext cx="8448600" cy="4919100"/>
          </a:xfrm>
          <a:prstGeom prst="round2SameRect">
            <a:avLst>
              <a:gd fmla="val 7753" name="adj1"/>
              <a:gd fmla="val 0" name="adj2"/>
            </a:avLst>
          </a:prstGeom>
          <a:solidFill>
            <a:srgbClr val="F8A890">
              <a:alpha val="170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937325" y="2348850"/>
            <a:ext cx="2625000" cy="1366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hasCustomPrompt="1" idx="2" type="title"/>
          </p:nvPr>
        </p:nvSpPr>
        <p:spPr>
          <a:xfrm>
            <a:off x="1140425" y="1426950"/>
            <a:ext cx="1283700" cy="769500"/>
          </a:xfrm>
          <a:prstGeom prst="rect">
            <a:avLst/>
          </a:prstGeom>
          <a:solidFill>
            <a:schemeClr val="accent2"/>
          </a:solidFill>
          <a:ln cap="flat" cmpd="sng" w="2286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50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6" name="Google Shape;16;p3"/>
          <p:cNvSpPr txBox="1"/>
          <p:nvPr>
            <p:ph idx="1" type="subTitle"/>
          </p:nvPr>
        </p:nvSpPr>
        <p:spPr>
          <a:xfrm>
            <a:off x="937325" y="3745775"/>
            <a:ext cx="2625000" cy="70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/>
          <p:nvPr/>
        </p:nvSpPr>
        <p:spPr>
          <a:xfrm flipH="1">
            <a:off x="347700" y="329250"/>
            <a:ext cx="8448600" cy="4919100"/>
          </a:xfrm>
          <a:prstGeom prst="round2SameRect">
            <a:avLst>
              <a:gd fmla="val 7753" name="adj1"/>
              <a:gd fmla="val 0" name="adj2"/>
            </a:avLst>
          </a:prstGeom>
          <a:solidFill>
            <a:srgbClr val="F8A890">
              <a:alpha val="170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" type="body"/>
          </p:nvPr>
        </p:nvSpPr>
        <p:spPr>
          <a:xfrm>
            <a:off x="720000" y="1000125"/>
            <a:ext cx="6852300" cy="360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Font typeface="Nunito Black"/>
              <a:buChar char="●"/>
              <a:defRPr/>
            </a:lvl1pPr>
            <a:lvl2pPr indent="-3175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indent="-3175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indent="-3175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indent="-3175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indent="-3175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indent="-3175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indent="-3175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indent="-3175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/>
          <p:nvPr/>
        </p:nvSpPr>
        <p:spPr>
          <a:xfrm flipH="1">
            <a:off x="347700" y="329250"/>
            <a:ext cx="8448600" cy="4919100"/>
          </a:xfrm>
          <a:prstGeom prst="round2SameRect">
            <a:avLst>
              <a:gd fmla="val 7753" name="adj1"/>
              <a:gd fmla="val 0" name="adj2"/>
            </a:avLst>
          </a:prstGeom>
          <a:solidFill>
            <a:srgbClr val="F8A890">
              <a:alpha val="170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5"/>
          <p:cNvSpPr txBox="1"/>
          <p:nvPr>
            <p:ph type="title"/>
          </p:nvPr>
        </p:nvSpPr>
        <p:spPr>
          <a:xfrm>
            <a:off x="713225" y="445025"/>
            <a:ext cx="771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1" type="subTitle"/>
          </p:nvPr>
        </p:nvSpPr>
        <p:spPr>
          <a:xfrm>
            <a:off x="3381600" y="3761900"/>
            <a:ext cx="2380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2800"/>
              <a:buNone/>
              <a:defRPr b="0"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5" name="Google Shape;25;p5"/>
          <p:cNvSpPr txBox="1"/>
          <p:nvPr>
            <p:ph idx="2" type="subTitle"/>
          </p:nvPr>
        </p:nvSpPr>
        <p:spPr>
          <a:xfrm>
            <a:off x="3381600" y="2065300"/>
            <a:ext cx="2380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b="0"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6" name="Google Shape;26;p5"/>
          <p:cNvSpPr txBox="1"/>
          <p:nvPr>
            <p:ph idx="3" type="subTitle"/>
          </p:nvPr>
        </p:nvSpPr>
        <p:spPr>
          <a:xfrm>
            <a:off x="3381600" y="3265400"/>
            <a:ext cx="23808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Nunito Black"/>
                <a:ea typeface="Nunito Black"/>
                <a:cs typeface="Nunito Black"/>
                <a:sym typeface="Nunito Blac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7" name="Google Shape;27;p5"/>
          <p:cNvSpPr txBox="1"/>
          <p:nvPr>
            <p:ph idx="4" type="subTitle"/>
          </p:nvPr>
        </p:nvSpPr>
        <p:spPr>
          <a:xfrm>
            <a:off x="3381600" y="1568800"/>
            <a:ext cx="23808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Nunito Black"/>
                <a:ea typeface="Nunito Black"/>
                <a:cs typeface="Nunito Black"/>
                <a:sym typeface="Nunito Blac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/>
          <p:nvPr/>
        </p:nvSpPr>
        <p:spPr>
          <a:xfrm flipH="1">
            <a:off x="347700" y="329250"/>
            <a:ext cx="8448600" cy="4919100"/>
          </a:xfrm>
          <a:prstGeom prst="round2SameRect">
            <a:avLst>
              <a:gd fmla="val 7753" name="adj1"/>
              <a:gd fmla="val 0" name="adj2"/>
            </a:avLst>
          </a:prstGeom>
          <a:solidFill>
            <a:srgbClr val="F8A890">
              <a:alpha val="170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/>
          <p:nvPr/>
        </p:nvSpPr>
        <p:spPr>
          <a:xfrm flipH="1">
            <a:off x="347700" y="329250"/>
            <a:ext cx="8448600" cy="4919100"/>
          </a:xfrm>
          <a:prstGeom prst="round2SameRect">
            <a:avLst>
              <a:gd fmla="val 7753" name="adj1"/>
              <a:gd fmla="val 0" name="adj2"/>
            </a:avLst>
          </a:prstGeom>
          <a:solidFill>
            <a:srgbClr val="F8A890">
              <a:alpha val="170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7"/>
          <p:cNvSpPr txBox="1"/>
          <p:nvPr>
            <p:ph type="title"/>
          </p:nvPr>
        </p:nvSpPr>
        <p:spPr>
          <a:xfrm>
            <a:off x="4582675" y="869800"/>
            <a:ext cx="3848100" cy="12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4" name="Google Shape;34;p7"/>
          <p:cNvSpPr txBox="1"/>
          <p:nvPr>
            <p:ph idx="1" type="subTitle"/>
          </p:nvPr>
        </p:nvSpPr>
        <p:spPr>
          <a:xfrm>
            <a:off x="4582675" y="2125088"/>
            <a:ext cx="3848100" cy="214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/>
          <p:nvPr/>
        </p:nvSpPr>
        <p:spPr>
          <a:xfrm flipH="1">
            <a:off x="347700" y="329250"/>
            <a:ext cx="8448600" cy="4919100"/>
          </a:xfrm>
          <a:prstGeom prst="round2SameRect">
            <a:avLst>
              <a:gd fmla="val 7753" name="adj1"/>
              <a:gd fmla="val 0" name="adj2"/>
            </a:avLst>
          </a:prstGeom>
          <a:solidFill>
            <a:srgbClr val="F8A890">
              <a:alpha val="170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8"/>
          <p:cNvSpPr txBox="1"/>
          <p:nvPr>
            <p:ph type="title"/>
          </p:nvPr>
        </p:nvSpPr>
        <p:spPr>
          <a:xfrm>
            <a:off x="2467050" y="1307100"/>
            <a:ext cx="4209900" cy="252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 flipH="1">
            <a:off x="347700" y="329250"/>
            <a:ext cx="8448600" cy="4919100"/>
          </a:xfrm>
          <a:prstGeom prst="round2SameRect">
            <a:avLst>
              <a:gd fmla="val 7753" name="adj1"/>
              <a:gd fmla="val 0" name="adj2"/>
            </a:avLst>
          </a:prstGeom>
          <a:solidFill>
            <a:srgbClr val="F8A890">
              <a:alpha val="170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4245938" y="2430075"/>
            <a:ext cx="3546600" cy="116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sz="6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subTitle"/>
          </p:nvPr>
        </p:nvSpPr>
        <p:spPr>
          <a:xfrm>
            <a:off x="4245938" y="3591500"/>
            <a:ext cx="3546600" cy="101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0"/>
          <p:cNvSpPr/>
          <p:nvPr>
            <p:ph idx="2" type="pic"/>
          </p:nvPr>
        </p:nvSpPr>
        <p:spPr>
          <a:xfrm>
            <a:off x="-25" y="-13725"/>
            <a:ext cx="9144000" cy="5157300"/>
          </a:xfrm>
          <a:prstGeom prst="rect">
            <a:avLst/>
          </a:prstGeom>
          <a:noFill/>
          <a:ln>
            <a:noFill/>
          </a:ln>
        </p:spPr>
      </p:sp>
      <p:sp>
        <p:nvSpPr>
          <p:cNvPr id="44" name="Google Shape;44;p10"/>
          <p:cNvSpPr txBox="1"/>
          <p:nvPr>
            <p:ph type="title"/>
          </p:nvPr>
        </p:nvSpPr>
        <p:spPr>
          <a:xfrm>
            <a:off x="713225" y="3588800"/>
            <a:ext cx="4349400" cy="1015200"/>
          </a:xfrm>
          <a:prstGeom prst="rect">
            <a:avLst/>
          </a:prstGeom>
          <a:solidFill>
            <a:schemeClr val="accent2"/>
          </a:solidFill>
          <a:ln cap="flat" cmpd="sng" w="2286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/>
          <p:nvPr/>
        </p:nvSpPr>
        <p:spPr>
          <a:xfrm flipH="1">
            <a:off x="347700" y="329250"/>
            <a:ext cx="8448600" cy="4919100"/>
          </a:xfrm>
          <a:prstGeom prst="round2SameRect">
            <a:avLst>
              <a:gd fmla="val 7753" name="adj1"/>
              <a:gd fmla="val 0" name="adj2"/>
            </a:avLst>
          </a:prstGeom>
          <a:solidFill>
            <a:srgbClr val="F8A890">
              <a:alpha val="170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11"/>
          <p:cNvSpPr txBox="1"/>
          <p:nvPr>
            <p:ph hasCustomPrompt="1" type="title"/>
          </p:nvPr>
        </p:nvSpPr>
        <p:spPr>
          <a:xfrm>
            <a:off x="2171700" y="2589413"/>
            <a:ext cx="4800600" cy="106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48" name="Google Shape;48;p11"/>
          <p:cNvSpPr txBox="1"/>
          <p:nvPr>
            <p:ph idx="1" type="subTitle"/>
          </p:nvPr>
        </p:nvSpPr>
        <p:spPr>
          <a:xfrm>
            <a:off x="2171700" y="3658538"/>
            <a:ext cx="4800600" cy="49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noFill/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1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/>
          <p:nvPr/>
        </p:nvSpPr>
        <p:spPr>
          <a:xfrm flipH="1">
            <a:off x="347700" y="329250"/>
            <a:ext cx="8448600" cy="4919100"/>
          </a:xfrm>
          <a:prstGeom prst="round2SameRect">
            <a:avLst>
              <a:gd fmla="val 7753" name="adj1"/>
              <a:gd fmla="val 0" name="adj2"/>
            </a:avLst>
          </a:prstGeom>
          <a:solidFill>
            <a:srgbClr val="F8A890">
              <a:alpha val="170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1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b="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1" type="subTitle"/>
          </p:nvPr>
        </p:nvSpPr>
        <p:spPr>
          <a:xfrm>
            <a:off x="4638600" y="1251480"/>
            <a:ext cx="2330100" cy="54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3"/>
          <p:cNvSpPr txBox="1"/>
          <p:nvPr>
            <p:ph hasCustomPrompt="1" idx="2" type="title"/>
          </p:nvPr>
        </p:nvSpPr>
        <p:spPr>
          <a:xfrm>
            <a:off x="720000" y="1249913"/>
            <a:ext cx="734700" cy="545100"/>
          </a:xfrm>
          <a:prstGeom prst="rect">
            <a:avLst/>
          </a:prstGeom>
          <a:solidFill>
            <a:schemeClr val="accent2"/>
          </a:solidFill>
          <a:ln cap="flat" cmpd="sng" w="762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5" name="Google Shape;55;p13"/>
          <p:cNvSpPr txBox="1"/>
          <p:nvPr>
            <p:ph idx="3" type="subTitle"/>
          </p:nvPr>
        </p:nvSpPr>
        <p:spPr>
          <a:xfrm>
            <a:off x="1454700" y="1249919"/>
            <a:ext cx="3183900" cy="54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Nunito Black"/>
                <a:ea typeface="Nunito Black"/>
                <a:cs typeface="Nunito Black"/>
                <a:sym typeface="Nunito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56" name="Google Shape;56;p13"/>
          <p:cNvSpPr txBox="1"/>
          <p:nvPr>
            <p:ph idx="4" type="subTitle"/>
          </p:nvPr>
        </p:nvSpPr>
        <p:spPr>
          <a:xfrm>
            <a:off x="4638600" y="1957689"/>
            <a:ext cx="2330100" cy="54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3"/>
          <p:cNvSpPr txBox="1"/>
          <p:nvPr>
            <p:ph hasCustomPrompt="1" idx="5" type="title"/>
          </p:nvPr>
        </p:nvSpPr>
        <p:spPr>
          <a:xfrm>
            <a:off x="720000" y="1956121"/>
            <a:ext cx="734700" cy="545100"/>
          </a:xfrm>
          <a:prstGeom prst="rect">
            <a:avLst/>
          </a:prstGeom>
          <a:solidFill>
            <a:schemeClr val="accent2"/>
          </a:solidFill>
          <a:ln cap="flat" cmpd="sng" w="762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8" name="Google Shape;58;p13"/>
          <p:cNvSpPr txBox="1"/>
          <p:nvPr>
            <p:ph idx="6" type="subTitle"/>
          </p:nvPr>
        </p:nvSpPr>
        <p:spPr>
          <a:xfrm>
            <a:off x="1454700" y="1956128"/>
            <a:ext cx="3183900" cy="54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Nunito Black"/>
                <a:ea typeface="Nunito Black"/>
                <a:cs typeface="Nunito Black"/>
                <a:sym typeface="Nunito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59" name="Google Shape;59;p13"/>
          <p:cNvSpPr txBox="1"/>
          <p:nvPr>
            <p:ph idx="7" type="subTitle"/>
          </p:nvPr>
        </p:nvSpPr>
        <p:spPr>
          <a:xfrm>
            <a:off x="4638600" y="2663898"/>
            <a:ext cx="2330100" cy="54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3"/>
          <p:cNvSpPr txBox="1"/>
          <p:nvPr>
            <p:ph hasCustomPrompt="1" idx="8" type="title"/>
          </p:nvPr>
        </p:nvSpPr>
        <p:spPr>
          <a:xfrm>
            <a:off x="720000" y="2662330"/>
            <a:ext cx="734700" cy="545100"/>
          </a:xfrm>
          <a:prstGeom prst="rect">
            <a:avLst/>
          </a:prstGeom>
          <a:solidFill>
            <a:schemeClr val="accent2"/>
          </a:solidFill>
          <a:ln cap="flat" cmpd="sng" w="762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1" name="Google Shape;61;p13"/>
          <p:cNvSpPr txBox="1"/>
          <p:nvPr>
            <p:ph idx="9" type="subTitle"/>
          </p:nvPr>
        </p:nvSpPr>
        <p:spPr>
          <a:xfrm>
            <a:off x="1454700" y="2662337"/>
            <a:ext cx="3183900" cy="54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Nunito Black"/>
                <a:ea typeface="Nunito Black"/>
                <a:cs typeface="Nunito Black"/>
                <a:sym typeface="Nunito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62" name="Google Shape;62;p13"/>
          <p:cNvSpPr txBox="1"/>
          <p:nvPr>
            <p:ph idx="13" type="subTitle"/>
          </p:nvPr>
        </p:nvSpPr>
        <p:spPr>
          <a:xfrm>
            <a:off x="4638600" y="3370107"/>
            <a:ext cx="2330100" cy="54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3"/>
          <p:cNvSpPr txBox="1"/>
          <p:nvPr>
            <p:ph hasCustomPrompt="1" idx="14" type="title"/>
          </p:nvPr>
        </p:nvSpPr>
        <p:spPr>
          <a:xfrm>
            <a:off x="720000" y="3368539"/>
            <a:ext cx="734700" cy="545100"/>
          </a:xfrm>
          <a:prstGeom prst="rect">
            <a:avLst/>
          </a:prstGeom>
          <a:solidFill>
            <a:schemeClr val="accent2"/>
          </a:solidFill>
          <a:ln cap="flat" cmpd="sng" w="762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4" name="Google Shape;64;p13"/>
          <p:cNvSpPr txBox="1"/>
          <p:nvPr>
            <p:ph idx="15" type="subTitle"/>
          </p:nvPr>
        </p:nvSpPr>
        <p:spPr>
          <a:xfrm>
            <a:off x="1454700" y="3368545"/>
            <a:ext cx="3183900" cy="54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Nunito Black"/>
                <a:ea typeface="Nunito Black"/>
                <a:cs typeface="Nunito Black"/>
                <a:sym typeface="Nunito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65" name="Google Shape;65;p13"/>
          <p:cNvSpPr txBox="1"/>
          <p:nvPr>
            <p:ph idx="16" type="subTitle"/>
          </p:nvPr>
        </p:nvSpPr>
        <p:spPr>
          <a:xfrm>
            <a:off x="4638600" y="4076251"/>
            <a:ext cx="2330100" cy="54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3"/>
          <p:cNvSpPr txBox="1"/>
          <p:nvPr>
            <p:ph hasCustomPrompt="1" idx="17" type="title"/>
          </p:nvPr>
        </p:nvSpPr>
        <p:spPr>
          <a:xfrm>
            <a:off x="720000" y="4074751"/>
            <a:ext cx="734700" cy="545100"/>
          </a:xfrm>
          <a:prstGeom prst="rect">
            <a:avLst/>
          </a:prstGeom>
          <a:solidFill>
            <a:schemeClr val="accent2"/>
          </a:solidFill>
          <a:ln cap="flat" cmpd="sng" w="762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7" name="Google Shape;67;p13"/>
          <p:cNvSpPr txBox="1"/>
          <p:nvPr>
            <p:ph idx="18" type="subTitle"/>
          </p:nvPr>
        </p:nvSpPr>
        <p:spPr>
          <a:xfrm>
            <a:off x="1454700" y="4074751"/>
            <a:ext cx="3183900" cy="54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Nunito Black"/>
                <a:ea typeface="Nunito Black"/>
                <a:cs typeface="Nunito Black"/>
                <a:sym typeface="Nunito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BLANK_1_1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/>
          <p:nvPr/>
        </p:nvSpPr>
        <p:spPr>
          <a:xfrm flipH="1">
            <a:off x="347700" y="329250"/>
            <a:ext cx="8448600" cy="4919100"/>
          </a:xfrm>
          <a:prstGeom prst="round2SameRect">
            <a:avLst>
              <a:gd fmla="val 7753" name="adj1"/>
              <a:gd fmla="val 0" name="adj2"/>
            </a:avLst>
          </a:prstGeom>
          <a:solidFill>
            <a:srgbClr val="F8A890">
              <a:alpha val="170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14"/>
          <p:cNvSpPr txBox="1"/>
          <p:nvPr>
            <p:ph type="title"/>
          </p:nvPr>
        </p:nvSpPr>
        <p:spPr>
          <a:xfrm>
            <a:off x="4933949" y="3669025"/>
            <a:ext cx="3496800" cy="66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71" name="Google Shape;71;p14"/>
          <p:cNvSpPr txBox="1"/>
          <p:nvPr>
            <p:ph idx="1" type="subTitle"/>
          </p:nvPr>
        </p:nvSpPr>
        <p:spPr>
          <a:xfrm>
            <a:off x="1819275" y="812675"/>
            <a:ext cx="6611700" cy="2745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 sz="35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BLANK_1_1_1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5"/>
          <p:cNvSpPr/>
          <p:nvPr/>
        </p:nvSpPr>
        <p:spPr>
          <a:xfrm flipH="1">
            <a:off x="347700" y="329250"/>
            <a:ext cx="8448600" cy="4919100"/>
          </a:xfrm>
          <a:prstGeom prst="round2SameRect">
            <a:avLst>
              <a:gd fmla="val 7753" name="adj1"/>
              <a:gd fmla="val 0" name="adj2"/>
            </a:avLst>
          </a:prstGeom>
          <a:solidFill>
            <a:srgbClr val="F8A890">
              <a:alpha val="170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1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BLANK_1_1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/>
          <p:nvPr/>
        </p:nvSpPr>
        <p:spPr>
          <a:xfrm flipH="1">
            <a:off x="347700" y="329250"/>
            <a:ext cx="8448600" cy="4919100"/>
          </a:xfrm>
          <a:prstGeom prst="round2SameRect">
            <a:avLst>
              <a:gd fmla="val 7753" name="adj1"/>
              <a:gd fmla="val 0" name="adj2"/>
            </a:avLst>
          </a:prstGeom>
          <a:solidFill>
            <a:srgbClr val="F8A890">
              <a:alpha val="170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1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BLANK_1_1_1_1_1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/>
          <p:nvPr/>
        </p:nvSpPr>
        <p:spPr>
          <a:xfrm flipH="1">
            <a:off x="347700" y="329250"/>
            <a:ext cx="8448600" cy="4919100"/>
          </a:xfrm>
          <a:prstGeom prst="round2SameRect">
            <a:avLst>
              <a:gd fmla="val 7753" name="adj1"/>
              <a:gd fmla="val 0" name="adj2"/>
            </a:avLst>
          </a:prstGeom>
          <a:solidFill>
            <a:srgbClr val="F8A890">
              <a:alpha val="170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1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8"/>
          <p:cNvSpPr/>
          <p:nvPr/>
        </p:nvSpPr>
        <p:spPr>
          <a:xfrm flipH="1">
            <a:off x="347700" y="329250"/>
            <a:ext cx="8448600" cy="4919100"/>
          </a:xfrm>
          <a:prstGeom prst="round2SameRect">
            <a:avLst>
              <a:gd fmla="val 7753" name="adj1"/>
              <a:gd fmla="val 0" name="adj2"/>
            </a:avLst>
          </a:prstGeom>
          <a:solidFill>
            <a:srgbClr val="F8A890">
              <a:alpha val="170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8"/>
          <p:cNvSpPr txBox="1"/>
          <p:nvPr>
            <p:ph type="title"/>
          </p:nvPr>
        </p:nvSpPr>
        <p:spPr>
          <a:xfrm>
            <a:off x="720000" y="1857375"/>
            <a:ext cx="4156800" cy="177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84" name="Google Shape;84;p18"/>
          <p:cNvSpPr txBox="1"/>
          <p:nvPr>
            <p:ph idx="1" type="subTitle"/>
          </p:nvPr>
        </p:nvSpPr>
        <p:spPr>
          <a:xfrm>
            <a:off x="720000" y="3630800"/>
            <a:ext cx="4156800" cy="97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8"/>
          <p:cNvSpPr/>
          <p:nvPr>
            <p:ph idx="2" type="pic"/>
          </p:nvPr>
        </p:nvSpPr>
        <p:spPr>
          <a:xfrm>
            <a:off x="4943475" y="1001777"/>
            <a:ext cx="3487200" cy="3484800"/>
          </a:xfrm>
          <a:prstGeom prst="ellipse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4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9"/>
          <p:cNvSpPr/>
          <p:nvPr/>
        </p:nvSpPr>
        <p:spPr>
          <a:xfrm flipH="1">
            <a:off x="347700" y="329250"/>
            <a:ext cx="8448600" cy="4919100"/>
          </a:xfrm>
          <a:prstGeom prst="round2SameRect">
            <a:avLst>
              <a:gd fmla="val 7753" name="adj1"/>
              <a:gd fmla="val 0" name="adj2"/>
            </a:avLst>
          </a:prstGeom>
          <a:solidFill>
            <a:srgbClr val="F8A890">
              <a:alpha val="170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9"/>
          <p:cNvSpPr txBox="1"/>
          <p:nvPr>
            <p:ph type="title"/>
          </p:nvPr>
        </p:nvSpPr>
        <p:spPr>
          <a:xfrm>
            <a:off x="720000" y="2735600"/>
            <a:ext cx="3597900" cy="106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89" name="Google Shape;89;p19"/>
          <p:cNvSpPr txBox="1"/>
          <p:nvPr>
            <p:ph idx="1" type="subTitle"/>
          </p:nvPr>
        </p:nvSpPr>
        <p:spPr>
          <a:xfrm>
            <a:off x="720000" y="3798800"/>
            <a:ext cx="3597900" cy="8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4_1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0"/>
          <p:cNvSpPr/>
          <p:nvPr/>
        </p:nvSpPr>
        <p:spPr>
          <a:xfrm flipH="1">
            <a:off x="347700" y="329250"/>
            <a:ext cx="8448600" cy="4919100"/>
          </a:xfrm>
          <a:prstGeom prst="round2SameRect">
            <a:avLst>
              <a:gd fmla="val 7753" name="adj1"/>
              <a:gd fmla="val 0" name="adj2"/>
            </a:avLst>
          </a:prstGeom>
          <a:solidFill>
            <a:srgbClr val="F8A890">
              <a:alpha val="170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0"/>
          <p:cNvSpPr txBox="1"/>
          <p:nvPr>
            <p:ph type="title"/>
          </p:nvPr>
        </p:nvSpPr>
        <p:spPr>
          <a:xfrm>
            <a:off x="4837200" y="2462900"/>
            <a:ext cx="3593400" cy="1060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93" name="Google Shape;93;p20"/>
          <p:cNvSpPr txBox="1"/>
          <p:nvPr>
            <p:ph idx="1" type="subTitle"/>
          </p:nvPr>
        </p:nvSpPr>
        <p:spPr>
          <a:xfrm>
            <a:off x="4837371" y="3523700"/>
            <a:ext cx="3593400" cy="108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3">
  <p:cSld name="CUSTOM_4_1_1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1"/>
          <p:cNvSpPr/>
          <p:nvPr/>
        </p:nvSpPr>
        <p:spPr>
          <a:xfrm flipH="1">
            <a:off x="347700" y="329250"/>
            <a:ext cx="8448600" cy="4919100"/>
          </a:xfrm>
          <a:prstGeom prst="round2SameRect">
            <a:avLst>
              <a:gd fmla="val 7753" name="adj1"/>
              <a:gd fmla="val 0" name="adj2"/>
            </a:avLst>
          </a:prstGeom>
          <a:solidFill>
            <a:srgbClr val="F8A890">
              <a:alpha val="170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2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97" name="Google Shape;97;p21"/>
          <p:cNvSpPr txBox="1"/>
          <p:nvPr>
            <p:ph idx="1" type="body"/>
          </p:nvPr>
        </p:nvSpPr>
        <p:spPr>
          <a:xfrm>
            <a:off x="720000" y="1000125"/>
            <a:ext cx="4757400" cy="256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Font typeface="Nunito Black"/>
              <a:buChar char="●"/>
              <a:defRPr/>
            </a:lvl1pPr>
            <a:lvl2pPr indent="-3175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indent="-3175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indent="-3175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indent="-3175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indent="-3175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indent="-3175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indent="-3175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indent="-3175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TITLE_AND_TWO_COLUMNS_1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2"/>
          <p:cNvSpPr/>
          <p:nvPr/>
        </p:nvSpPr>
        <p:spPr>
          <a:xfrm flipH="1">
            <a:off x="347700" y="329250"/>
            <a:ext cx="8448600" cy="4919100"/>
          </a:xfrm>
          <a:prstGeom prst="round2SameRect">
            <a:avLst>
              <a:gd fmla="val 7753" name="adj1"/>
              <a:gd fmla="val 0" name="adj2"/>
            </a:avLst>
          </a:prstGeom>
          <a:solidFill>
            <a:srgbClr val="F8A890">
              <a:alpha val="170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2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01" name="Google Shape;101;p22"/>
          <p:cNvSpPr txBox="1"/>
          <p:nvPr>
            <p:ph idx="1" type="subTitle"/>
          </p:nvPr>
        </p:nvSpPr>
        <p:spPr>
          <a:xfrm>
            <a:off x="3584075" y="3388962"/>
            <a:ext cx="4014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22"/>
          <p:cNvSpPr txBox="1"/>
          <p:nvPr>
            <p:ph idx="2" type="subTitle"/>
          </p:nvPr>
        </p:nvSpPr>
        <p:spPr>
          <a:xfrm>
            <a:off x="3584075" y="1857738"/>
            <a:ext cx="4014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22"/>
          <p:cNvSpPr txBox="1"/>
          <p:nvPr>
            <p:ph idx="3" type="subTitle"/>
          </p:nvPr>
        </p:nvSpPr>
        <p:spPr>
          <a:xfrm>
            <a:off x="3584075" y="1451238"/>
            <a:ext cx="4014000" cy="55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Nunito Black"/>
                <a:ea typeface="Nunito Black"/>
                <a:cs typeface="Nunito Black"/>
                <a:sym typeface="Nunito Blac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04" name="Google Shape;104;p22"/>
          <p:cNvSpPr txBox="1"/>
          <p:nvPr>
            <p:ph idx="4" type="subTitle"/>
          </p:nvPr>
        </p:nvSpPr>
        <p:spPr>
          <a:xfrm>
            <a:off x="3584075" y="2982462"/>
            <a:ext cx="4014000" cy="55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Nunito Black"/>
                <a:ea typeface="Nunito Black"/>
                <a:cs typeface="Nunito Black"/>
                <a:sym typeface="Nunito Blac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2">
  <p:cSld name="TITLE_AND_TWO_COLUMNS_1_1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3"/>
          <p:cNvSpPr/>
          <p:nvPr/>
        </p:nvSpPr>
        <p:spPr>
          <a:xfrm flipH="1">
            <a:off x="347700" y="329250"/>
            <a:ext cx="8448600" cy="4919100"/>
          </a:xfrm>
          <a:prstGeom prst="round2SameRect">
            <a:avLst>
              <a:gd fmla="val 7753" name="adj1"/>
              <a:gd fmla="val 0" name="adj2"/>
            </a:avLst>
          </a:prstGeom>
          <a:solidFill>
            <a:srgbClr val="F8A890">
              <a:alpha val="170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2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08" name="Google Shape;108;p23"/>
          <p:cNvSpPr txBox="1"/>
          <p:nvPr>
            <p:ph idx="1" type="subTitle"/>
          </p:nvPr>
        </p:nvSpPr>
        <p:spPr>
          <a:xfrm>
            <a:off x="4832038" y="1853700"/>
            <a:ext cx="3254100" cy="175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23"/>
          <p:cNvSpPr txBox="1"/>
          <p:nvPr>
            <p:ph idx="2" type="subTitle"/>
          </p:nvPr>
        </p:nvSpPr>
        <p:spPr>
          <a:xfrm>
            <a:off x="1057862" y="1853700"/>
            <a:ext cx="3254100" cy="175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4"/>
          <p:cNvSpPr/>
          <p:nvPr/>
        </p:nvSpPr>
        <p:spPr>
          <a:xfrm flipH="1">
            <a:off x="347700" y="329250"/>
            <a:ext cx="8448600" cy="4919100"/>
          </a:xfrm>
          <a:prstGeom prst="round2SameRect">
            <a:avLst>
              <a:gd fmla="val 7753" name="adj1"/>
              <a:gd fmla="val 0" name="adj2"/>
            </a:avLst>
          </a:prstGeom>
          <a:solidFill>
            <a:srgbClr val="F8A890">
              <a:alpha val="170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2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13" name="Google Shape;113;p24"/>
          <p:cNvSpPr txBox="1"/>
          <p:nvPr>
            <p:ph idx="1" type="subTitle"/>
          </p:nvPr>
        </p:nvSpPr>
        <p:spPr>
          <a:xfrm>
            <a:off x="2313825" y="3506606"/>
            <a:ext cx="1778700" cy="10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24"/>
          <p:cNvSpPr txBox="1"/>
          <p:nvPr>
            <p:ph idx="2" type="subTitle"/>
          </p:nvPr>
        </p:nvSpPr>
        <p:spPr>
          <a:xfrm>
            <a:off x="4479575" y="3506606"/>
            <a:ext cx="1778700" cy="10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24"/>
          <p:cNvSpPr txBox="1"/>
          <p:nvPr>
            <p:ph idx="3" type="subTitle"/>
          </p:nvPr>
        </p:nvSpPr>
        <p:spPr>
          <a:xfrm>
            <a:off x="6645300" y="3506606"/>
            <a:ext cx="1778700" cy="10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24"/>
          <p:cNvSpPr txBox="1"/>
          <p:nvPr>
            <p:ph idx="4" type="subTitle"/>
          </p:nvPr>
        </p:nvSpPr>
        <p:spPr>
          <a:xfrm>
            <a:off x="2313825" y="3115800"/>
            <a:ext cx="1778700" cy="46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Nunito Black"/>
                <a:ea typeface="Nunito Black"/>
                <a:cs typeface="Nunito Black"/>
                <a:sym typeface="Nunito Blac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17" name="Google Shape;117;p24"/>
          <p:cNvSpPr txBox="1"/>
          <p:nvPr>
            <p:ph idx="5" type="subTitle"/>
          </p:nvPr>
        </p:nvSpPr>
        <p:spPr>
          <a:xfrm>
            <a:off x="4479577" y="3115800"/>
            <a:ext cx="1778700" cy="46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Nunito Black"/>
                <a:ea typeface="Nunito Black"/>
                <a:cs typeface="Nunito Black"/>
                <a:sym typeface="Nunito Blac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18" name="Google Shape;118;p24"/>
          <p:cNvSpPr txBox="1"/>
          <p:nvPr>
            <p:ph idx="6" type="subTitle"/>
          </p:nvPr>
        </p:nvSpPr>
        <p:spPr>
          <a:xfrm>
            <a:off x="6645300" y="3115800"/>
            <a:ext cx="1778700" cy="46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Nunito Black"/>
                <a:ea typeface="Nunito Black"/>
                <a:cs typeface="Nunito Black"/>
                <a:sym typeface="Nunito Blac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5"/>
          <p:cNvSpPr/>
          <p:nvPr/>
        </p:nvSpPr>
        <p:spPr>
          <a:xfrm flipH="1">
            <a:off x="347700" y="329250"/>
            <a:ext cx="8448600" cy="4919100"/>
          </a:xfrm>
          <a:prstGeom prst="round2SameRect">
            <a:avLst>
              <a:gd fmla="val 7753" name="adj1"/>
              <a:gd fmla="val 0" name="adj2"/>
            </a:avLst>
          </a:prstGeom>
          <a:solidFill>
            <a:srgbClr val="F8A890">
              <a:alpha val="170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2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22" name="Google Shape;122;p25"/>
          <p:cNvSpPr txBox="1"/>
          <p:nvPr>
            <p:ph idx="1" type="subTitle"/>
          </p:nvPr>
        </p:nvSpPr>
        <p:spPr>
          <a:xfrm>
            <a:off x="1703236" y="2005125"/>
            <a:ext cx="19782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25"/>
          <p:cNvSpPr txBox="1"/>
          <p:nvPr>
            <p:ph idx="2" type="subTitle"/>
          </p:nvPr>
        </p:nvSpPr>
        <p:spPr>
          <a:xfrm>
            <a:off x="4972514" y="2005125"/>
            <a:ext cx="19782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" name="Google Shape;124;p25"/>
          <p:cNvSpPr txBox="1"/>
          <p:nvPr>
            <p:ph idx="3" type="subTitle"/>
          </p:nvPr>
        </p:nvSpPr>
        <p:spPr>
          <a:xfrm>
            <a:off x="1703236" y="3648050"/>
            <a:ext cx="19782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25"/>
          <p:cNvSpPr txBox="1"/>
          <p:nvPr>
            <p:ph idx="4" type="subTitle"/>
          </p:nvPr>
        </p:nvSpPr>
        <p:spPr>
          <a:xfrm>
            <a:off x="4972514" y="3648050"/>
            <a:ext cx="19782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25"/>
          <p:cNvSpPr txBox="1"/>
          <p:nvPr>
            <p:ph idx="5" type="subTitle"/>
          </p:nvPr>
        </p:nvSpPr>
        <p:spPr>
          <a:xfrm>
            <a:off x="1703236" y="1651925"/>
            <a:ext cx="1978200" cy="50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Nunito Black"/>
                <a:ea typeface="Nunito Black"/>
                <a:cs typeface="Nunito Black"/>
                <a:sym typeface="Nunito Blac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27" name="Google Shape;127;p25"/>
          <p:cNvSpPr txBox="1"/>
          <p:nvPr>
            <p:ph idx="6" type="subTitle"/>
          </p:nvPr>
        </p:nvSpPr>
        <p:spPr>
          <a:xfrm>
            <a:off x="1703236" y="3294950"/>
            <a:ext cx="1978200" cy="50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Nunito Black"/>
                <a:ea typeface="Nunito Black"/>
                <a:cs typeface="Nunito Black"/>
                <a:sym typeface="Nunito Blac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28" name="Google Shape;128;p25"/>
          <p:cNvSpPr txBox="1"/>
          <p:nvPr>
            <p:ph idx="7" type="subTitle"/>
          </p:nvPr>
        </p:nvSpPr>
        <p:spPr>
          <a:xfrm>
            <a:off x="4972511" y="1651925"/>
            <a:ext cx="1978200" cy="50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Nunito Black"/>
                <a:ea typeface="Nunito Black"/>
                <a:cs typeface="Nunito Black"/>
                <a:sym typeface="Nunito Blac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29" name="Google Shape;129;p25"/>
          <p:cNvSpPr txBox="1"/>
          <p:nvPr>
            <p:ph idx="8" type="subTitle"/>
          </p:nvPr>
        </p:nvSpPr>
        <p:spPr>
          <a:xfrm>
            <a:off x="4972511" y="3294950"/>
            <a:ext cx="1978200" cy="50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Nunito Black"/>
                <a:ea typeface="Nunito Black"/>
                <a:cs typeface="Nunito Black"/>
                <a:sym typeface="Nunito Blac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6"/>
          <p:cNvSpPr/>
          <p:nvPr/>
        </p:nvSpPr>
        <p:spPr>
          <a:xfrm flipH="1">
            <a:off x="347700" y="329250"/>
            <a:ext cx="8448600" cy="4919100"/>
          </a:xfrm>
          <a:prstGeom prst="round2SameRect">
            <a:avLst>
              <a:gd fmla="val 7753" name="adj1"/>
              <a:gd fmla="val 0" name="adj2"/>
            </a:avLst>
          </a:prstGeom>
          <a:solidFill>
            <a:srgbClr val="F8A890">
              <a:alpha val="170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2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33" name="Google Shape;133;p26"/>
          <p:cNvSpPr txBox="1"/>
          <p:nvPr>
            <p:ph idx="1" type="subTitle"/>
          </p:nvPr>
        </p:nvSpPr>
        <p:spPr>
          <a:xfrm>
            <a:off x="914571" y="2149201"/>
            <a:ext cx="2097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p26"/>
          <p:cNvSpPr txBox="1"/>
          <p:nvPr>
            <p:ph idx="2" type="subTitle"/>
          </p:nvPr>
        </p:nvSpPr>
        <p:spPr>
          <a:xfrm>
            <a:off x="3523200" y="2149201"/>
            <a:ext cx="2097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26"/>
          <p:cNvSpPr txBox="1"/>
          <p:nvPr>
            <p:ph idx="3" type="subTitle"/>
          </p:nvPr>
        </p:nvSpPr>
        <p:spPr>
          <a:xfrm>
            <a:off x="914571" y="3579425"/>
            <a:ext cx="2097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26"/>
          <p:cNvSpPr txBox="1"/>
          <p:nvPr>
            <p:ph idx="4" type="subTitle"/>
          </p:nvPr>
        </p:nvSpPr>
        <p:spPr>
          <a:xfrm>
            <a:off x="3523200" y="3579425"/>
            <a:ext cx="2097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7" name="Google Shape;137;p26"/>
          <p:cNvSpPr txBox="1"/>
          <p:nvPr>
            <p:ph idx="5" type="subTitle"/>
          </p:nvPr>
        </p:nvSpPr>
        <p:spPr>
          <a:xfrm>
            <a:off x="6131829" y="2149201"/>
            <a:ext cx="2097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26"/>
          <p:cNvSpPr txBox="1"/>
          <p:nvPr>
            <p:ph idx="6" type="subTitle"/>
          </p:nvPr>
        </p:nvSpPr>
        <p:spPr>
          <a:xfrm>
            <a:off x="6131829" y="3579425"/>
            <a:ext cx="2097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9" name="Google Shape;139;p26"/>
          <p:cNvSpPr txBox="1"/>
          <p:nvPr>
            <p:ph idx="7" type="subTitle"/>
          </p:nvPr>
        </p:nvSpPr>
        <p:spPr>
          <a:xfrm>
            <a:off x="918621" y="1656600"/>
            <a:ext cx="20895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Nunito Black"/>
                <a:ea typeface="Nunito Black"/>
                <a:cs typeface="Nunito Black"/>
                <a:sym typeface="Nunito Blac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40" name="Google Shape;140;p26"/>
          <p:cNvSpPr txBox="1"/>
          <p:nvPr>
            <p:ph idx="8" type="subTitle"/>
          </p:nvPr>
        </p:nvSpPr>
        <p:spPr>
          <a:xfrm>
            <a:off x="3527250" y="1656600"/>
            <a:ext cx="20895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Nunito Black"/>
                <a:ea typeface="Nunito Black"/>
                <a:cs typeface="Nunito Black"/>
                <a:sym typeface="Nunito Blac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41" name="Google Shape;141;p26"/>
          <p:cNvSpPr txBox="1"/>
          <p:nvPr>
            <p:ph idx="9" type="subTitle"/>
          </p:nvPr>
        </p:nvSpPr>
        <p:spPr>
          <a:xfrm>
            <a:off x="6135879" y="1656600"/>
            <a:ext cx="20895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Nunito Black"/>
                <a:ea typeface="Nunito Black"/>
                <a:cs typeface="Nunito Black"/>
                <a:sym typeface="Nunito Blac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42" name="Google Shape;142;p26"/>
          <p:cNvSpPr txBox="1"/>
          <p:nvPr>
            <p:ph idx="13" type="subTitle"/>
          </p:nvPr>
        </p:nvSpPr>
        <p:spPr>
          <a:xfrm>
            <a:off x="918621" y="3086800"/>
            <a:ext cx="20895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Nunito Black"/>
                <a:ea typeface="Nunito Black"/>
                <a:cs typeface="Nunito Black"/>
                <a:sym typeface="Nunito Blac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43" name="Google Shape;143;p26"/>
          <p:cNvSpPr txBox="1"/>
          <p:nvPr>
            <p:ph idx="14" type="subTitle"/>
          </p:nvPr>
        </p:nvSpPr>
        <p:spPr>
          <a:xfrm>
            <a:off x="3527250" y="3086800"/>
            <a:ext cx="20895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Nunito Black"/>
                <a:ea typeface="Nunito Black"/>
                <a:cs typeface="Nunito Black"/>
                <a:sym typeface="Nunito Blac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44" name="Google Shape;144;p26"/>
          <p:cNvSpPr txBox="1"/>
          <p:nvPr>
            <p:ph idx="15" type="subTitle"/>
          </p:nvPr>
        </p:nvSpPr>
        <p:spPr>
          <a:xfrm>
            <a:off x="6135879" y="3086800"/>
            <a:ext cx="20895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Nunito Black"/>
                <a:ea typeface="Nunito Black"/>
                <a:cs typeface="Nunito Black"/>
                <a:sym typeface="Nunito Blac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8"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7"/>
          <p:cNvSpPr/>
          <p:nvPr/>
        </p:nvSpPr>
        <p:spPr>
          <a:xfrm flipH="1">
            <a:off x="347700" y="329250"/>
            <a:ext cx="8448600" cy="4919100"/>
          </a:xfrm>
          <a:prstGeom prst="round2SameRect">
            <a:avLst>
              <a:gd fmla="val 7753" name="adj1"/>
              <a:gd fmla="val 0" name="adj2"/>
            </a:avLst>
          </a:prstGeom>
          <a:solidFill>
            <a:srgbClr val="F8A890">
              <a:alpha val="170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27"/>
          <p:cNvSpPr txBox="1"/>
          <p:nvPr>
            <p:ph hasCustomPrompt="1" type="title"/>
          </p:nvPr>
        </p:nvSpPr>
        <p:spPr>
          <a:xfrm>
            <a:off x="4144375" y="638350"/>
            <a:ext cx="4286400" cy="76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48" name="Google Shape;148;p27"/>
          <p:cNvSpPr txBox="1"/>
          <p:nvPr>
            <p:ph idx="1" type="subTitle"/>
          </p:nvPr>
        </p:nvSpPr>
        <p:spPr>
          <a:xfrm>
            <a:off x="4144375" y="1327274"/>
            <a:ext cx="4286400" cy="59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6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149" name="Google Shape;149;p27"/>
          <p:cNvSpPr txBox="1"/>
          <p:nvPr>
            <p:ph hasCustomPrompt="1" idx="2" type="title"/>
          </p:nvPr>
        </p:nvSpPr>
        <p:spPr>
          <a:xfrm>
            <a:off x="4144375" y="1990612"/>
            <a:ext cx="4286400" cy="76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50" name="Google Shape;150;p27"/>
          <p:cNvSpPr txBox="1"/>
          <p:nvPr>
            <p:ph idx="3" type="subTitle"/>
          </p:nvPr>
        </p:nvSpPr>
        <p:spPr>
          <a:xfrm>
            <a:off x="4144375" y="2679535"/>
            <a:ext cx="4286400" cy="59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6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151" name="Google Shape;151;p27"/>
          <p:cNvSpPr txBox="1"/>
          <p:nvPr>
            <p:ph hasCustomPrompt="1" idx="4" type="title"/>
          </p:nvPr>
        </p:nvSpPr>
        <p:spPr>
          <a:xfrm>
            <a:off x="4144375" y="3342874"/>
            <a:ext cx="4286400" cy="76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52" name="Google Shape;152;p27"/>
          <p:cNvSpPr txBox="1"/>
          <p:nvPr>
            <p:ph idx="5" type="subTitle"/>
          </p:nvPr>
        </p:nvSpPr>
        <p:spPr>
          <a:xfrm>
            <a:off x="4144375" y="4031797"/>
            <a:ext cx="4286400" cy="59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6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 1">
  <p:cSld name="CUSTOM_8_1"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8"/>
          <p:cNvSpPr/>
          <p:nvPr/>
        </p:nvSpPr>
        <p:spPr>
          <a:xfrm flipH="1">
            <a:off x="347700" y="329250"/>
            <a:ext cx="8448600" cy="4919100"/>
          </a:xfrm>
          <a:prstGeom prst="round2SameRect">
            <a:avLst>
              <a:gd fmla="val 7753" name="adj1"/>
              <a:gd fmla="val 0" name="adj2"/>
            </a:avLst>
          </a:prstGeom>
          <a:solidFill>
            <a:srgbClr val="F8A890">
              <a:alpha val="170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28"/>
          <p:cNvSpPr txBox="1"/>
          <p:nvPr>
            <p:ph hasCustomPrompt="1" type="title"/>
          </p:nvPr>
        </p:nvSpPr>
        <p:spPr>
          <a:xfrm>
            <a:off x="1325650" y="3095013"/>
            <a:ext cx="1398900" cy="406800"/>
          </a:xfrm>
          <a:prstGeom prst="rect">
            <a:avLst/>
          </a:prstGeom>
          <a:solidFill>
            <a:schemeClr val="accent2"/>
          </a:solidFill>
          <a:ln cap="flat" cmpd="sng" w="2286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30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56" name="Google Shape;156;p28"/>
          <p:cNvSpPr txBox="1"/>
          <p:nvPr>
            <p:ph idx="1" type="subTitle"/>
          </p:nvPr>
        </p:nvSpPr>
        <p:spPr>
          <a:xfrm>
            <a:off x="938500" y="3722300"/>
            <a:ext cx="2173200" cy="88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157" name="Google Shape;157;p28"/>
          <p:cNvSpPr txBox="1"/>
          <p:nvPr>
            <p:ph hasCustomPrompt="1" idx="2" type="title"/>
          </p:nvPr>
        </p:nvSpPr>
        <p:spPr>
          <a:xfrm>
            <a:off x="3873150" y="3095013"/>
            <a:ext cx="1397700" cy="406800"/>
          </a:xfrm>
          <a:prstGeom prst="rect">
            <a:avLst/>
          </a:prstGeom>
          <a:solidFill>
            <a:schemeClr val="accent2"/>
          </a:solidFill>
          <a:ln cap="flat" cmpd="sng" w="2286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30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58" name="Google Shape;158;p28"/>
          <p:cNvSpPr txBox="1"/>
          <p:nvPr>
            <p:ph idx="3" type="subTitle"/>
          </p:nvPr>
        </p:nvSpPr>
        <p:spPr>
          <a:xfrm>
            <a:off x="3485400" y="3722300"/>
            <a:ext cx="2173200" cy="88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159" name="Google Shape;159;p28"/>
          <p:cNvSpPr txBox="1"/>
          <p:nvPr>
            <p:ph hasCustomPrompt="1" idx="4" type="title"/>
          </p:nvPr>
        </p:nvSpPr>
        <p:spPr>
          <a:xfrm>
            <a:off x="6420050" y="3095013"/>
            <a:ext cx="1397700" cy="406800"/>
          </a:xfrm>
          <a:prstGeom prst="rect">
            <a:avLst/>
          </a:prstGeom>
          <a:solidFill>
            <a:schemeClr val="accent2"/>
          </a:solidFill>
          <a:ln cap="flat" cmpd="sng" w="2286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30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60" name="Google Shape;160;p28"/>
          <p:cNvSpPr txBox="1"/>
          <p:nvPr>
            <p:ph idx="5" type="subTitle"/>
          </p:nvPr>
        </p:nvSpPr>
        <p:spPr>
          <a:xfrm>
            <a:off x="6032300" y="3722300"/>
            <a:ext cx="2173200" cy="88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161" name="Google Shape;161;p28"/>
          <p:cNvSpPr txBox="1"/>
          <p:nvPr>
            <p:ph idx="6"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_1"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9"/>
          <p:cNvSpPr/>
          <p:nvPr/>
        </p:nvSpPr>
        <p:spPr>
          <a:xfrm flipH="1">
            <a:off x="347700" y="329250"/>
            <a:ext cx="8448600" cy="4919100"/>
          </a:xfrm>
          <a:prstGeom prst="round2SameRect">
            <a:avLst>
              <a:gd fmla="val 7753" name="adj1"/>
              <a:gd fmla="val 0" name="adj2"/>
            </a:avLst>
          </a:prstGeom>
          <a:solidFill>
            <a:srgbClr val="F8A890">
              <a:alpha val="170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29"/>
          <p:cNvSpPr txBox="1"/>
          <p:nvPr>
            <p:ph type="title"/>
          </p:nvPr>
        </p:nvSpPr>
        <p:spPr>
          <a:xfrm>
            <a:off x="713225" y="539500"/>
            <a:ext cx="3963600" cy="97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65" name="Google Shape;165;p29"/>
          <p:cNvSpPr txBox="1"/>
          <p:nvPr>
            <p:ph idx="1" type="subTitle"/>
          </p:nvPr>
        </p:nvSpPr>
        <p:spPr>
          <a:xfrm>
            <a:off x="713225" y="1666900"/>
            <a:ext cx="3963600" cy="105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6" name="Google Shape;166;p29"/>
          <p:cNvSpPr txBox="1"/>
          <p:nvPr/>
        </p:nvSpPr>
        <p:spPr>
          <a:xfrm>
            <a:off x="713225" y="3829700"/>
            <a:ext cx="4945800" cy="5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CREDITS:</a:t>
            </a:r>
            <a:r>
              <a:rPr lang="en"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This presentation template was created by </a:t>
            </a:r>
            <a:r>
              <a:rPr b="1" lang="en" sz="1200" u="sng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, and includes icons by </a:t>
            </a:r>
            <a:r>
              <a:rPr b="1" lang="en" sz="1200" u="sng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, and infographics &amp; images by </a:t>
            </a:r>
            <a:r>
              <a:rPr b="1" lang="en" sz="1200" u="sng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en" sz="1200" u="sng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endParaRPr b="1" sz="1200" u="sng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30"/>
          <p:cNvSpPr/>
          <p:nvPr/>
        </p:nvSpPr>
        <p:spPr>
          <a:xfrm flipH="1">
            <a:off x="347700" y="329250"/>
            <a:ext cx="8448600" cy="4919100"/>
          </a:xfrm>
          <a:prstGeom prst="round2SameRect">
            <a:avLst>
              <a:gd fmla="val 7753" name="adj1"/>
              <a:gd fmla="val 0" name="adj2"/>
            </a:avLst>
          </a:prstGeom>
          <a:solidFill>
            <a:srgbClr val="F8A890">
              <a:alpha val="170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69" name="Google Shape;169;p30"/>
          <p:cNvGrpSpPr/>
          <p:nvPr/>
        </p:nvGrpSpPr>
        <p:grpSpPr>
          <a:xfrm rot="1020023">
            <a:off x="7207831" y="992114"/>
            <a:ext cx="1604971" cy="2525743"/>
            <a:chOff x="6500392" y="726263"/>
            <a:chExt cx="1326338" cy="2087423"/>
          </a:xfrm>
        </p:grpSpPr>
        <p:sp>
          <p:nvSpPr>
            <p:cNvPr id="170" name="Google Shape;170;p30"/>
            <p:cNvSpPr/>
            <p:nvPr/>
          </p:nvSpPr>
          <p:spPr>
            <a:xfrm>
              <a:off x="6500392" y="726263"/>
              <a:ext cx="1326338" cy="1338761"/>
            </a:xfrm>
            <a:custGeom>
              <a:rect b="b" l="l" r="r" t="t"/>
              <a:pathLst>
                <a:path extrusionOk="0" h="27266" w="27013">
                  <a:moveTo>
                    <a:pt x="12537" y="1"/>
                  </a:moveTo>
                  <a:cubicBezTo>
                    <a:pt x="11793" y="1"/>
                    <a:pt x="11021" y="197"/>
                    <a:pt x="10221" y="562"/>
                  </a:cubicBezTo>
                  <a:cubicBezTo>
                    <a:pt x="7932" y="1657"/>
                    <a:pt x="6051" y="3904"/>
                    <a:pt x="6584" y="6389"/>
                  </a:cubicBezTo>
                  <a:lnTo>
                    <a:pt x="6528" y="6389"/>
                  </a:lnTo>
                  <a:cubicBezTo>
                    <a:pt x="4563" y="6389"/>
                    <a:pt x="2640" y="7372"/>
                    <a:pt x="1488" y="8958"/>
                  </a:cubicBezTo>
                  <a:cubicBezTo>
                    <a:pt x="323" y="10573"/>
                    <a:pt x="0" y="12748"/>
                    <a:pt x="646" y="14616"/>
                  </a:cubicBezTo>
                  <a:cubicBezTo>
                    <a:pt x="1053" y="15809"/>
                    <a:pt x="2681" y="17044"/>
                    <a:pt x="2681" y="17044"/>
                  </a:cubicBezTo>
                  <a:cubicBezTo>
                    <a:pt x="927" y="18308"/>
                    <a:pt x="1769" y="20414"/>
                    <a:pt x="2962" y="21411"/>
                  </a:cubicBezTo>
                  <a:cubicBezTo>
                    <a:pt x="2962" y="21411"/>
                    <a:pt x="2204" y="24345"/>
                    <a:pt x="4029" y="25707"/>
                  </a:cubicBezTo>
                  <a:cubicBezTo>
                    <a:pt x="4619" y="26142"/>
                    <a:pt x="5363" y="26297"/>
                    <a:pt x="6079" y="26297"/>
                  </a:cubicBezTo>
                  <a:cubicBezTo>
                    <a:pt x="7610" y="26297"/>
                    <a:pt x="9098" y="25637"/>
                    <a:pt x="9098" y="25637"/>
                  </a:cubicBezTo>
                  <a:cubicBezTo>
                    <a:pt x="10726" y="26662"/>
                    <a:pt x="12340" y="27265"/>
                    <a:pt x="13927" y="27265"/>
                  </a:cubicBezTo>
                  <a:cubicBezTo>
                    <a:pt x="15541" y="27265"/>
                    <a:pt x="17128" y="26662"/>
                    <a:pt x="18714" y="25258"/>
                  </a:cubicBezTo>
                  <a:cubicBezTo>
                    <a:pt x="19038" y="25384"/>
                    <a:pt x="19501" y="25483"/>
                    <a:pt x="20021" y="25483"/>
                  </a:cubicBezTo>
                  <a:cubicBezTo>
                    <a:pt x="22042" y="25483"/>
                    <a:pt x="24906" y="24177"/>
                    <a:pt x="24485" y="19375"/>
                  </a:cubicBezTo>
                  <a:cubicBezTo>
                    <a:pt x="26002" y="18729"/>
                    <a:pt x="27012" y="17087"/>
                    <a:pt x="26914" y="15444"/>
                  </a:cubicBezTo>
                  <a:cubicBezTo>
                    <a:pt x="26816" y="13802"/>
                    <a:pt x="25608" y="12286"/>
                    <a:pt x="24036" y="11836"/>
                  </a:cubicBezTo>
                  <a:cubicBezTo>
                    <a:pt x="25524" y="9800"/>
                    <a:pt x="25693" y="6894"/>
                    <a:pt x="24457" y="4704"/>
                  </a:cubicBezTo>
                  <a:cubicBezTo>
                    <a:pt x="23362" y="2739"/>
                    <a:pt x="19684" y="1938"/>
                    <a:pt x="17114" y="1938"/>
                  </a:cubicBezTo>
                  <a:cubicBezTo>
                    <a:pt x="16820" y="1938"/>
                    <a:pt x="16524" y="1953"/>
                    <a:pt x="16258" y="1981"/>
                  </a:cubicBezTo>
                  <a:cubicBezTo>
                    <a:pt x="15233" y="674"/>
                    <a:pt x="13941" y="1"/>
                    <a:pt x="1253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" name="Google Shape;171;p30"/>
            <p:cNvSpPr/>
            <p:nvPr/>
          </p:nvSpPr>
          <p:spPr>
            <a:xfrm>
              <a:off x="7005642" y="2152547"/>
              <a:ext cx="275795" cy="275795"/>
            </a:xfrm>
            <a:custGeom>
              <a:rect b="b" l="l" r="r" t="t"/>
              <a:pathLst>
                <a:path extrusionOk="0" h="5617" w="5617">
                  <a:moveTo>
                    <a:pt x="2809" y="1"/>
                  </a:moveTo>
                  <a:cubicBezTo>
                    <a:pt x="1251" y="1"/>
                    <a:pt x="1" y="1264"/>
                    <a:pt x="1" y="2809"/>
                  </a:cubicBezTo>
                  <a:cubicBezTo>
                    <a:pt x="1" y="4367"/>
                    <a:pt x="1251" y="5617"/>
                    <a:pt x="2809" y="5617"/>
                  </a:cubicBezTo>
                  <a:cubicBezTo>
                    <a:pt x="4368" y="5617"/>
                    <a:pt x="5616" y="4367"/>
                    <a:pt x="5616" y="2809"/>
                  </a:cubicBezTo>
                  <a:cubicBezTo>
                    <a:pt x="5616" y="1264"/>
                    <a:pt x="4368" y="1"/>
                    <a:pt x="280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" name="Google Shape;172;p30"/>
            <p:cNvSpPr/>
            <p:nvPr/>
          </p:nvSpPr>
          <p:spPr>
            <a:xfrm>
              <a:off x="6972548" y="2595781"/>
              <a:ext cx="217906" cy="217906"/>
            </a:xfrm>
            <a:custGeom>
              <a:rect b="b" l="l" r="r" t="t"/>
              <a:pathLst>
                <a:path extrusionOk="0" h="4438" w="4438">
                  <a:moveTo>
                    <a:pt x="2219" y="1"/>
                  </a:moveTo>
                  <a:cubicBezTo>
                    <a:pt x="998" y="1"/>
                    <a:pt x="1" y="998"/>
                    <a:pt x="1" y="2219"/>
                  </a:cubicBezTo>
                  <a:cubicBezTo>
                    <a:pt x="1" y="3441"/>
                    <a:pt x="998" y="4437"/>
                    <a:pt x="2219" y="4437"/>
                  </a:cubicBezTo>
                  <a:cubicBezTo>
                    <a:pt x="3441" y="4437"/>
                    <a:pt x="4437" y="3441"/>
                    <a:pt x="4437" y="2219"/>
                  </a:cubicBezTo>
                  <a:cubicBezTo>
                    <a:pt x="4437" y="998"/>
                    <a:pt x="3441" y="1"/>
                    <a:pt x="221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73" name="Google Shape;173;p30"/>
          <p:cNvGrpSpPr/>
          <p:nvPr/>
        </p:nvGrpSpPr>
        <p:grpSpPr>
          <a:xfrm rot="-2034326">
            <a:off x="4618228" y="1221541"/>
            <a:ext cx="2160893" cy="2326482"/>
            <a:chOff x="6270658" y="505634"/>
            <a:chExt cx="1785774" cy="1922707"/>
          </a:xfrm>
        </p:grpSpPr>
        <p:sp>
          <p:nvSpPr>
            <p:cNvPr id="174" name="Google Shape;174;p30"/>
            <p:cNvSpPr/>
            <p:nvPr/>
          </p:nvSpPr>
          <p:spPr>
            <a:xfrm rot="3833963">
              <a:off x="6500345" y="726291"/>
              <a:ext cx="1326401" cy="1338702"/>
            </a:xfrm>
            <a:custGeom>
              <a:rect b="b" l="l" r="r" t="t"/>
              <a:pathLst>
                <a:path extrusionOk="0" h="27266" w="27013">
                  <a:moveTo>
                    <a:pt x="12537" y="1"/>
                  </a:moveTo>
                  <a:cubicBezTo>
                    <a:pt x="11793" y="1"/>
                    <a:pt x="11021" y="197"/>
                    <a:pt x="10221" y="562"/>
                  </a:cubicBezTo>
                  <a:cubicBezTo>
                    <a:pt x="7932" y="1657"/>
                    <a:pt x="6051" y="3904"/>
                    <a:pt x="6584" y="6389"/>
                  </a:cubicBezTo>
                  <a:lnTo>
                    <a:pt x="6528" y="6389"/>
                  </a:lnTo>
                  <a:cubicBezTo>
                    <a:pt x="4563" y="6389"/>
                    <a:pt x="2640" y="7372"/>
                    <a:pt x="1488" y="8958"/>
                  </a:cubicBezTo>
                  <a:cubicBezTo>
                    <a:pt x="323" y="10573"/>
                    <a:pt x="0" y="12748"/>
                    <a:pt x="646" y="14616"/>
                  </a:cubicBezTo>
                  <a:cubicBezTo>
                    <a:pt x="1053" y="15809"/>
                    <a:pt x="2681" y="17044"/>
                    <a:pt x="2681" y="17044"/>
                  </a:cubicBezTo>
                  <a:cubicBezTo>
                    <a:pt x="927" y="18308"/>
                    <a:pt x="1769" y="20414"/>
                    <a:pt x="2962" y="21411"/>
                  </a:cubicBezTo>
                  <a:cubicBezTo>
                    <a:pt x="2962" y="21411"/>
                    <a:pt x="2204" y="24345"/>
                    <a:pt x="4029" y="25707"/>
                  </a:cubicBezTo>
                  <a:cubicBezTo>
                    <a:pt x="4619" y="26142"/>
                    <a:pt x="5363" y="26297"/>
                    <a:pt x="6079" y="26297"/>
                  </a:cubicBezTo>
                  <a:cubicBezTo>
                    <a:pt x="7610" y="26297"/>
                    <a:pt x="9098" y="25637"/>
                    <a:pt x="9098" y="25637"/>
                  </a:cubicBezTo>
                  <a:cubicBezTo>
                    <a:pt x="10726" y="26662"/>
                    <a:pt x="12340" y="27265"/>
                    <a:pt x="13927" y="27265"/>
                  </a:cubicBezTo>
                  <a:cubicBezTo>
                    <a:pt x="15541" y="27265"/>
                    <a:pt x="17128" y="26662"/>
                    <a:pt x="18714" y="25258"/>
                  </a:cubicBezTo>
                  <a:cubicBezTo>
                    <a:pt x="19038" y="25384"/>
                    <a:pt x="19501" y="25483"/>
                    <a:pt x="20021" y="25483"/>
                  </a:cubicBezTo>
                  <a:cubicBezTo>
                    <a:pt x="22042" y="25483"/>
                    <a:pt x="24906" y="24177"/>
                    <a:pt x="24485" y="19375"/>
                  </a:cubicBezTo>
                  <a:cubicBezTo>
                    <a:pt x="26002" y="18729"/>
                    <a:pt x="27012" y="17087"/>
                    <a:pt x="26914" y="15444"/>
                  </a:cubicBezTo>
                  <a:cubicBezTo>
                    <a:pt x="26816" y="13802"/>
                    <a:pt x="25608" y="12286"/>
                    <a:pt x="24036" y="11836"/>
                  </a:cubicBezTo>
                  <a:cubicBezTo>
                    <a:pt x="25524" y="9800"/>
                    <a:pt x="25693" y="6894"/>
                    <a:pt x="24457" y="4704"/>
                  </a:cubicBezTo>
                  <a:cubicBezTo>
                    <a:pt x="23362" y="2739"/>
                    <a:pt x="19684" y="1938"/>
                    <a:pt x="17114" y="1938"/>
                  </a:cubicBezTo>
                  <a:cubicBezTo>
                    <a:pt x="16820" y="1938"/>
                    <a:pt x="16524" y="1953"/>
                    <a:pt x="16258" y="1981"/>
                  </a:cubicBezTo>
                  <a:cubicBezTo>
                    <a:pt x="15233" y="674"/>
                    <a:pt x="13941" y="1"/>
                    <a:pt x="1253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" name="Google Shape;175;p30"/>
            <p:cNvSpPr/>
            <p:nvPr/>
          </p:nvSpPr>
          <p:spPr>
            <a:xfrm>
              <a:off x="7005642" y="2152547"/>
              <a:ext cx="275795" cy="275795"/>
            </a:xfrm>
            <a:custGeom>
              <a:rect b="b" l="l" r="r" t="t"/>
              <a:pathLst>
                <a:path extrusionOk="0" h="5617" w="5617">
                  <a:moveTo>
                    <a:pt x="2809" y="1"/>
                  </a:moveTo>
                  <a:cubicBezTo>
                    <a:pt x="1251" y="1"/>
                    <a:pt x="1" y="1264"/>
                    <a:pt x="1" y="2809"/>
                  </a:cubicBezTo>
                  <a:cubicBezTo>
                    <a:pt x="1" y="4367"/>
                    <a:pt x="1251" y="5617"/>
                    <a:pt x="2809" y="5617"/>
                  </a:cubicBezTo>
                  <a:cubicBezTo>
                    <a:pt x="4368" y="5617"/>
                    <a:pt x="5616" y="4367"/>
                    <a:pt x="5616" y="2809"/>
                  </a:cubicBezTo>
                  <a:cubicBezTo>
                    <a:pt x="5616" y="1264"/>
                    <a:pt x="4368" y="1"/>
                    <a:pt x="280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76" name="Google Shape;176;p30"/>
          <p:cNvGrpSpPr/>
          <p:nvPr/>
        </p:nvGrpSpPr>
        <p:grpSpPr>
          <a:xfrm>
            <a:off x="7819138" y="1451489"/>
            <a:ext cx="772373" cy="785232"/>
            <a:chOff x="6432600" y="3529725"/>
            <a:chExt cx="415925" cy="422850"/>
          </a:xfrm>
        </p:grpSpPr>
        <p:sp>
          <p:nvSpPr>
            <p:cNvPr id="177" name="Google Shape;177;p30"/>
            <p:cNvSpPr/>
            <p:nvPr/>
          </p:nvSpPr>
          <p:spPr>
            <a:xfrm>
              <a:off x="6432600" y="3529725"/>
              <a:ext cx="415925" cy="417700"/>
            </a:xfrm>
            <a:custGeom>
              <a:rect b="b" l="l" r="r" t="t"/>
              <a:pathLst>
                <a:path extrusionOk="0" h="16708" w="16637">
                  <a:moveTo>
                    <a:pt x="8480" y="5083"/>
                  </a:moveTo>
                  <a:cubicBezTo>
                    <a:pt x="10768" y="5083"/>
                    <a:pt x="11681" y="6543"/>
                    <a:pt x="11681" y="8354"/>
                  </a:cubicBezTo>
                  <a:cubicBezTo>
                    <a:pt x="11681" y="10165"/>
                    <a:pt x="10768" y="11639"/>
                    <a:pt x="8480" y="11639"/>
                  </a:cubicBezTo>
                  <a:cubicBezTo>
                    <a:pt x="6178" y="11639"/>
                    <a:pt x="5139" y="9969"/>
                    <a:pt x="5279" y="8354"/>
                  </a:cubicBezTo>
                  <a:cubicBezTo>
                    <a:pt x="5405" y="6753"/>
                    <a:pt x="6178" y="5083"/>
                    <a:pt x="8480" y="5083"/>
                  </a:cubicBezTo>
                  <a:close/>
                  <a:moveTo>
                    <a:pt x="8480" y="1"/>
                  </a:moveTo>
                  <a:cubicBezTo>
                    <a:pt x="2653" y="1"/>
                    <a:pt x="674" y="4269"/>
                    <a:pt x="337" y="8354"/>
                  </a:cubicBezTo>
                  <a:cubicBezTo>
                    <a:pt x="0" y="12440"/>
                    <a:pt x="2653" y="16708"/>
                    <a:pt x="8480" y="16708"/>
                  </a:cubicBezTo>
                  <a:cubicBezTo>
                    <a:pt x="14321" y="16708"/>
                    <a:pt x="16637" y="12973"/>
                    <a:pt x="16637" y="8354"/>
                  </a:cubicBezTo>
                  <a:cubicBezTo>
                    <a:pt x="16637" y="3749"/>
                    <a:pt x="14321" y="1"/>
                    <a:pt x="848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" name="Google Shape;178;p30"/>
            <p:cNvSpPr/>
            <p:nvPr/>
          </p:nvSpPr>
          <p:spPr>
            <a:xfrm>
              <a:off x="6447675" y="3530425"/>
              <a:ext cx="394900" cy="422150"/>
            </a:xfrm>
            <a:custGeom>
              <a:rect b="b" l="l" r="r" t="t"/>
              <a:pathLst>
                <a:path extrusionOk="0" h="16886" w="15796">
                  <a:moveTo>
                    <a:pt x="7877" y="5055"/>
                  </a:moveTo>
                  <a:cubicBezTo>
                    <a:pt x="10165" y="5055"/>
                    <a:pt x="11078" y="6515"/>
                    <a:pt x="11078" y="8326"/>
                  </a:cubicBezTo>
                  <a:cubicBezTo>
                    <a:pt x="11078" y="10137"/>
                    <a:pt x="10165" y="11611"/>
                    <a:pt x="7877" y="11611"/>
                  </a:cubicBezTo>
                  <a:cubicBezTo>
                    <a:pt x="5575" y="11611"/>
                    <a:pt x="4536" y="9941"/>
                    <a:pt x="4676" y="8326"/>
                  </a:cubicBezTo>
                  <a:cubicBezTo>
                    <a:pt x="4802" y="6725"/>
                    <a:pt x="5575" y="5055"/>
                    <a:pt x="7877" y="5055"/>
                  </a:cubicBezTo>
                  <a:close/>
                  <a:moveTo>
                    <a:pt x="8389" y="1"/>
                  </a:moveTo>
                  <a:cubicBezTo>
                    <a:pt x="8044" y="1"/>
                    <a:pt x="7702" y="44"/>
                    <a:pt x="7372" y="141"/>
                  </a:cubicBezTo>
                  <a:cubicBezTo>
                    <a:pt x="6529" y="379"/>
                    <a:pt x="5827" y="927"/>
                    <a:pt x="5041" y="1306"/>
                  </a:cubicBezTo>
                  <a:cubicBezTo>
                    <a:pt x="4212" y="1686"/>
                    <a:pt x="3272" y="1896"/>
                    <a:pt x="2612" y="2528"/>
                  </a:cubicBezTo>
                  <a:cubicBezTo>
                    <a:pt x="2009" y="3131"/>
                    <a:pt x="1769" y="4016"/>
                    <a:pt x="1629" y="4858"/>
                  </a:cubicBezTo>
                  <a:cubicBezTo>
                    <a:pt x="1503" y="5701"/>
                    <a:pt x="1419" y="6571"/>
                    <a:pt x="1054" y="7343"/>
                  </a:cubicBezTo>
                  <a:cubicBezTo>
                    <a:pt x="674" y="8101"/>
                    <a:pt x="0" y="8775"/>
                    <a:pt x="0" y="9632"/>
                  </a:cubicBezTo>
                  <a:cubicBezTo>
                    <a:pt x="0" y="10924"/>
                    <a:pt x="1503" y="11710"/>
                    <a:pt x="1896" y="12945"/>
                  </a:cubicBezTo>
                  <a:cubicBezTo>
                    <a:pt x="2134" y="13675"/>
                    <a:pt x="1980" y="14574"/>
                    <a:pt x="2542" y="15107"/>
                  </a:cubicBezTo>
                  <a:cubicBezTo>
                    <a:pt x="3117" y="15654"/>
                    <a:pt x="4044" y="15430"/>
                    <a:pt x="4816" y="15641"/>
                  </a:cubicBezTo>
                  <a:cubicBezTo>
                    <a:pt x="5771" y="15922"/>
                    <a:pt x="6430" y="16637"/>
                    <a:pt x="7413" y="16820"/>
                  </a:cubicBezTo>
                  <a:cubicBezTo>
                    <a:pt x="7632" y="16862"/>
                    <a:pt x="7852" y="16885"/>
                    <a:pt x="8070" y="16885"/>
                  </a:cubicBezTo>
                  <a:cubicBezTo>
                    <a:pt x="8577" y="16885"/>
                    <a:pt x="9069" y="16759"/>
                    <a:pt x="9491" y="16455"/>
                  </a:cubicBezTo>
                  <a:cubicBezTo>
                    <a:pt x="10095" y="16019"/>
                    <a:pt x="10642" y="15500"/>
                    <a:pt x="11331" y="15192"/>
                  </a:cubicBezTo>
                  <a:cubicBezTo>
                    <a:pt x="11878" y="14939"/>
                    <a:pt x="12482" y="14840"/>
                    <a:pt x="13057" y="14643"/>
                  </a:cubicBezTo>
                  <a:cubicBezTo>
                    <a:pt x="13619" y="14447"/>
                    <a:pt x="14195" y="14110"/>
                    <a:pt x="14420" y="13548"/>
                  </a:cubicBezTo>
                  <a:cubicBezTo>
                    <a:pt x="14714" y="12833"/>
                    <a:pt x="14363" y="12032"/>
                    <a:pt x="14391" y="11260"/>
                  </a:cubicBezTo>
                  <a:cubicBezTo>
                    <a:pt x="14420" y="10418"/>
                    <a:pt x="14882" y="9660"/>
                    <a:pt x="15234" y="8902"/>
                  </a:cubicBezTo>
                  <a:cubicBezTo>
                    <a:pt x="15571" y="8129"/>
                    <a:pt x="15795" y="7189"/>
                    <a:pt x="15346" y="6472"/>
                  </a:cubicBezTo>
                  <a:cubicBezTo>
                    <a:pt x="15051" y="5982"/>
                    <a:pt x="14504" y="5686"/>
                    <a:pt x="14236" y="5181"/>
                  </a:cubicBezTo>
                  <a:cubicBezTo>
                    <a:pt x="13956" y="4647"/>
                    <a:pt x="14055" y="4001"/>
                    <a:pt x="14012" y="3398"/>
                  </a:cubicBezTo>
                  <a:cubicBezTo>
                    <a:pt x="13970" y="2809"/>
                    <a:pt x="13478" y="1980"/>
                    <a:pt x="12889" y="1924"/>
                  </a:cubicBezTo>
                  <a:cubicBezTo>
                    <a:pt x="12061" y="1349"/>
                    <a:pt x="11232" y="772"/>
                    <a:pt x="10305" y="394"/>
                  </a:cubicBezTo>
                  <a:cubicBezTo>
                    <a:pt x="9700" y="155"/>
                    <a:pt x="9040" y="1"/>
                    <a:pt x="838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" name="Google Shape;179;p30"/>
            <p:cNvSpPr/>
            <p:nvPr/>
          </p:nvSpPr>
          <p:spPr>
            <a:xfrm>
              <a:off x="6514350" y="3635125"/>
              <a:ext cx="29525" cy="34650"/>
            </a:xfrm>
            <a:custGeom>
              <a:rect b="b" l="l" r="r" t="t"/>
              <a:pathLst>
                <a:path extrusionOk="0" h="1386" w="1181">
                  <a:moveTo>
                    <a:pt x="275" y="0"/>
                  </a:moveTo>
                  <a:cubicBezTo>
                    <a:pt x="229" y="0"/>
                    <a:pt x="182" y="13"/>
                    <a:pt x="141" y="38"/>
                  </a:cubicBezTo>
                  <a:cubicBezTo>
                    <a:pt x="29" y="122"/>
                    <a:pt x="1" y="263"/>
                    <a:pt x="85" y="375"/>
                  </a:cubicBezTo>
                  <a:lnTo>
                    <a:pt x="703" y="1288"/>
                  </a:lnTo>
                  <a:cubicBezTo>
                    <a:pt x="746" y="1344"/>
                    <a:pt x="830" y="1386"/>
                    <a:pt x="899" y="1386"/>
                  </a:cubicBezTo>
                  <a:cubicBezTo>
                    <a:pt x="956" y="1386"/>
                    <a:pt x="998" y="1372"/>
                    <a:pt x="1040" y="1344"/>
                  </a:cubicBezTo>
                  <a:cubicBezTo>
                    <a:pt x="1152" y="1274"/>
                    <a:pt x="1180" y="1120"/>
                    <a:pt x="1096" y="1007"/>
                  </a:cubicBezTo>
                  <a:lnTo>
                    <a:pt x="478" y="109"/>
                  </a:lnTo>
                  <a:cubicBezTo>
                    <a:pt x="434" y="38"/>
                    <a:pt x="355" y="0"/>
                    <a:pt x="27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" name="Google Shape;180;p30"/>
            <p:cNvSpPr/>
            <p:nvPr/>
          </p:nvSpPr>
          <p:spPr>
            <a:xfrm>
              <a:off x="6653025" y="3561700"/>
              <a:ext cx="21775" cy="37875"/>
            </a:xfrm>
            <a:custGeom>
              <a:rect b="b" l="l" r="r" t="t"/>
              <a:pathLst>
                <a:path extrusionOk="0" h="1515" w="871">
                  <a:moveTo>
                    <a:pt x="271" y="1"/>
                  </a:moveTo>
                  <a:cubicBezTo>
                    <a:pt x="247" y="1"/>
                    <a:pt x="222" y="5"/>
                    <a:pt x="197" y="13"/>
                  </a:cubicBezTo>
                  <a:cubicBezTo>
                    <a:pt x="70" y="55"/>
                    <a:pt x="0" y="182"/>
                    <a:pt x="42" y="308"/>
                  </a:cubicBezTo>
                  <a:lnTo>
                    <a:pt x="379" y="1361"/>
                  </a:lnTo>
                  <a:cubicBezTo>
                    <a:pt x="407" y="1459"/>
                    <a:pt x="505" y="1515"/>
                    <a:pt x="603" y="1515"/>
                  </a:cubicBezTo>
                  <a:lnTo>
                    <a:pt x="674" y="1515"/>
                  </a:lnTo>
                  <a:cubicBezTo>
                    <a:pt x="800" y="1473"/>
                    <a:pt x="871" y="1333"/>
                    <a:pt x="828" y="1206"/>
                  </a:cubicBezTo>
                  <a:lnTo>
                    <a:pt x="491" y="167"/>
                  </a:lnTo>
                  <a:cubicBezTo>
                    <a:pt x="458" y="66"/>
                    <a:pt x="369" y="1"/>
                    <a:pt x="2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" name="Google Shape;181;p30"/>
            <p:cNvSpPr/>
            <p:nvPr/>
          </p:nvSpPr>
          <p:spPr>
            <a:xfrm>
              <a:off x="6750225" y="3660300"/>
              <a:ext cx="13025" cy="39675"/>
            </a:xfrm>
            <a:custGeom>
              <a:rect b="b" l="l" r="r" t="t"/>
              <a:pathLst>
                <a:path extrusionOk="0" h="1587" w="521">
                  <a:moveTo>
                    <a:pt x="281" y="0"/>
                  </a:moveTo>
                  <a:cubicBezTo>
                    <a:pt x="155" y="0"/>
                    <a:pt x="43" y="98"/>
                    <a:pt x="29" y="239"/>
                  </a:cubicBezTo>
                  <a:lnTo>
                    <a:pt x="0" y="1334"/>
                  </a:lnTo>
                  <a:cubicBezTo>
                    <a:pt x="0" y="1461"/>
                    <a:pt x="99" y="1573"/>
                    <a:pt x="240" y="1586"/>
                  </a:cubicBezTo>
                  <a:cubicBezTo>
                    <a:pt x="365" y="1586"/>
                    <a:pt x="478" y="1474"/>
                    <a:pt x="478" y="1348"/>
                  </a:cubicBezTo>
                  <a:lnTo>
                    <a:pt x="520" y="253"/>
                  </a:lnTo>
                  <a:cubicBezTo>
                    <a:pt x="520" y="113"/>
                    <a:pt x="408" y="14"/>
                    <a:pt x="2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" name="Google Shape;182;p30"/>
            <p:cNvSpPr/>
            <p:nvPr/>
          </p:nvSpPr>
          <p:spPr>
            <a:xfrm>
              <a:off x="6713725" y="3606100"/>
              <a:ext cx="39700" cy="17350"/>
            </a:xfrm>
            <a:custGeom>
              <a:rect b="b" l="l" r="r" t="t"/>
              <a:pathLst>
                <a:path extrusionOk="0" h="694" w="1588">
                  <a:moveTo>
                    <a:pt x="1332" y="1"/>
                  </a:moveTo>
                  <a:cubicBezTo>
                    <a:pt x="1315" y="1"/>
                    <a:pt x="1297" y="3"/>
                    <a:pt x="1279" y="6"/>
                  </a:cubicBezTo>
                  <a:lnTo>
                    <a:pt x="211" y="216"/>
                  </a:lnTo>
                  <a:cubicBezTo>
                    <a:pt x="85" y="244"/>
                    <a:pt x="0" y="371"/>
                    <a:pt x="15" y="497"/>
                  </a:cubicBezTo>
                  <a:cubicBezTo>
                    <a:pt x="43" y="609"/>
                    <a:pt x="141" y="694"/>
                    <a:pt x="253" y="694"/>
                  </a:cubicBezTo>
                  <a:lnTo>
                    <a:pt x="309" y="694"/>
                  </a:lnTo>
                  <a:lnTo>
                    <a:pt x="1376" y="484"/>
                  </a:lnTo>
                  <a:cubicBezTo>
                    <a:pt x="1503" y="456"/>
                    <a:pt x="1587" y="329"/>
                    <a:pt x="1573" y="188"/>
                  </a:cubicBezTo>
                  <a:cubicBezTo>
                    <a:pt x="1548" y="79"/>
                    <a:pt x="1450" y="1"/>
                    <a:pt x="133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" name="Google Shape;183;p30"/>
            <p:cNvSpPr/>
            <p:nvPr/>
          </p:nvSpPr>
          <p:spPr>
            <a:xfrm>
              <a:off x="6589825" y="3603775"/>
              <a:ext cx="27425" cy="35825"/>
            </a:xfrm>
            <a:custGeom>
              <a:rect b="b" l="l" r="r" t="t"/>
              <a:pathLst>
                <a:path extrusionOk="0" h="1433" w="1097">
                  <a:moveTo>
                    <a:pt x="823" y="1"/>
                  </a:moveTo>
                  <a:cubicBezTo>
                    <a:pt x="739" y="1"/>
                    <a:pt x="657" y="42"/>
                    <a:pt x="619" y="127"/>
                  </a:cubicBezTo>
                  <a:lnTo>
                    <a:pt x="57" y="1067"/>
                  </a:lnTo>
                  <a:cubicBezTo>
                    <a:pt x="1" y="1180"/>
                    <a:pt x="29" y="1335"/>
                    <a:pt x="155" y="1404"/>
                  </a:cubicBezTo>
                  <a:cubicBezTo>
                    <a:pt x="183" y="1419"/>
                    <a:pt x="226" y="1433"/>
                    <a:pt x="267" y="1433"/>
                  </a:cubicBezTo>
                  <a:cubicBezTo>
                    <a:pt x="351" y="1433"/>
                    <a:pt x="436" y="1391"/>
                    <a:pt x="478" y="1307"/>
                  </a:cubicBezTo>
                  <a:lnTo>
                    <a:pt x="1025" y="366"/>
                  </a:lnTo>
                  <a:cubicBezTo>
                    <a:pt x="1096" y="253"/>
                    <a:pt x="1053" y="99"/>
                    <a:pt x="941" y="29"/>
                  </a:cubicBezTo>
                  <a:cubicBezTo>
                    <a:pt x="905" y="10"/>
                    <a:pt x="864" y="1"/>
                    <a:pt x="82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" name="Google Shape;184;p30"/>
            <p:cNvSpPr/>
            <p:nvPr/>
          </p:nvSpPr>
          <p:spPr>
            <a:xfrm>
              <a:off x="6737250" y="3801650"/>
              <a:ext cx="32650" cy="31700"/>
            </a:xfrm>
            <a:custGeom>
              <a:rect b="b" l="l" r="r" t="t"/>
              <a:pathLst>
                <a:path extrusionOk="0" h="1268" w="1306">
                  <a:moveTo>
                    <a:pt x="272" y="0"/>
                  </a:moveTo>
                  <a:cubicBezTo>
                    <a:pt x="211" y="0"/>
                    <a:pt x="148" y="25"/>
                    <a:pt x="98" y="75"/>
                  </a:cubicBezTo>
                  <a:cubicBezTo>
                    <a:pt x="1" y="159"/>
                    <a:pt x="1" y="313"/>
                    <a:pt x="98" y="411"/>
                  </a:cubicBezTo>
                  <a:lnTo>
                    <a:pt x="871" y="1183"/>
                  </a:lnTo>
                  <a:cubicBezTo>
                    <a:pt x="913" y="1239"/>
                    <a:pt x="983" y="1267"/>
                    <a:pt x="1039" y="1267"/>
                  </a:cubicBezTo>
                  <a:cubicBezTo>
                    <a:pt x="1096" y="1267"/>
                    <a:pt x="1165" y="1239"/>
                    <a:pt x="1208" y="1198"/>
                  </a:cubicBezTo>
                  <a:cubicBezTo>
                    <a:pt x="1306" y="1099"/>
                    <a:pt x="1306" y="945"/>
                    <a:pt x="1208" y="846"/>
                  </a:cubicBezTo>
                  <a:lnTo>
                    <a:pt x="435" y="75"/>
                  </a:lnTo>
                  <a:cubicBezTo>
                    <a:pt x="393" y="25"/>
                    <a:pt x="334" y="0"/>
                    <a:pt x="2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" name="Google Shape;185;p30"/>
            <p:cNvSpPr/>
            <p:nvPr/>
          </p:nvSpPr>
          <p:spPr>
            <a:xfrm>
              <a:off x="6763550" y="3732475"/>
              <a:ext cx="40050" cy="18025"/>
            </a:xfrm>
            <a:custGeom>
              <a:rect b="b" l="l" r="r" t="t"/>
              <a:pathLst>
                <a:path extrusionOk="0" h="721" w="1602">
                  <a:moveTo>
                    <a:pt x="1329" y="0"/>
                  </a:moveTo>
                  <a:cubicBezTo>
                    <a:pt x="1312" y="0"/>
                    <a:pt x="1296" y="2"/>
                    <a:pt x="1279" y="6"/>
                  </a:cubicBezTo>
                  <a:lnTo>
                    <a:pt x="212" y="244"/>
                  </a:lnTo>
                  <a:cubicBezTo>
                    <a:pt x="85" y="272"/>
                    <a:pt x="1" y="399"/>
                    <a:pt x="29" y="539"/>
                  </a:cubicBezTo>
                  <a:cubicBezTo>
                    <a:pt x="57" y="651"/>
                    <a:pt x="156" y="721"/>
                    <a:pt x="268" y="721"/>
                  </a:cubicBezTo>
                  <a:lnTo>
                    <a:pt x="324" y="721"/>
                  </a:lnTo>
                  <a:lnTo>
                    <a:pt x="1391" y="483"/>
                  </a:lnTo>
                  <a:cubicBezTo>
                    <a:pt x="1517" y="440"/>
                    <a:pt x="1601" y="314"/>
                    <a:pt x="1573" y="187"/>
                  </a:cubicBezTo>
                  <a:cubicBezTo>
                    <a:pt x="1549" y="78"/>
                    <a:pt x="1440" y="0"/>
                    <a:pt x="132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" name="Google Shape;186;p30"/>
            <p:cNvSpPr/>
            <p:nvPr/>
          </p:nvSpPr>
          <p:spPr>
            <a:xfrm>
              <a:off x="6674775" y="3838325"/>
              <a:ext cx="29500" cy="34325"/>
            </a:xfrm>
            <a:custGeom>
              <a:rect b="b" l="l" r="r" t="t"/>
              <a:pathLst>
                <a:path extrusionOk="0" h="1373" w="1180">
                  <a:moveTo>
                    <a:pt x="269" y="0"/>
                  </a:moveTo>
                  <a:cubicBezTo>
                    <a:pt x="223" y="0"/>
                    <a:pt x="178" y="13"/>
                    <a:pt x="141" y="40"/>
                  </a:cubicBezTo>
                  <a:cubicBezTo>
                    <a:pt x="29" y="124"/>
                    <a:pt x="1" y="264"/>
                    <a:pt x="70" y="377"/>
                  </a:cubicBezTo>
                  <a:lnTo>
                    <a:pt x="702" y="1275"/>
                  </a:lnTo>
                  <a:cubicBezTo>
                    <a:pt x="759" y="1345"/>
                    <a:pt x="828" y="1373"/>
                    <a:pt x="899" y="1373"/>
                  </a:cubicBezTo>
                  <a:cubicBezTo>
                    <a:pt x="955" y="1373"/>
                    <a:pt x="997" y="1359"/>
                    <a:pt x="1039" y="1331"/>
                  </a:cubicBezTo>
                  <a:cubicBezTo>
                    <a:pt x="1152" y="1260"/>
                    <a:pt x="1180" y="1107"/>
                    <a:pt x="1096" y="994"/>
                  </a:cubicBezTo>
                  <a:lnTo>
                    <a:pt x="463" y="96"/>
                  </a:lnTo>
                  <a:cubicBezTo>
                    <a:pt x="420" y="34"/>
                    <a:pt x="344" y="0"/>
                    <a:pt x="26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" name="Google Shape;187;p30"/>
            <p:cNvSpPr/>
            <p:nvPr/>
          </p:nvSpPr>
          <p:spPr>
            <a:xfrm>
              <a:off x="6614050" y="3868650"/>
              <a:ext cx="18975" cy="38775"/>
            </a:xfrm>
            <a:custGeom>
              <a:rect b="b" l="l" r="r" t="t"/>
              <a:pathLst>
                <a:path extrusionOk="0" h="1551" w="759">
                  <a:moveTo>
                    <a:pt x="499" y="0"/>
                  </a:moveTo>
                  <a:cubicBezTo>
                    <a:pt x="390" y="0"/>
                    <a:pt x="292" y="78"/>
                    <a:pt x="267" y="188"/>
                  </a:cubicBezTo>
                  <a:lnTo>
                    <a:pt x="28" y="1269"/>
                  </a:lnTo>
                  <a:cubicBezTo>
                    <a:pt x="0" y="1395"/>
                    <a:pt x="84" y="1522"/>
                    <a:pt x="211" y="1550"/>
                  </a:cubicBezTo>
                  <a:lnTo>
                    <a:pt x="267" y="1550"/>
                  </a:lnTo>
                  <a:cubicBezTo>
                    <a:pt x="380" y="1550"/>
                    <a:pt x="477" y="1479"/>
                    <a:pt x="506" y="1367"/>
                  </a:cubicBezTo>
                  <a:lnTo>
                    <a:pt x="730" y="300"/>
                  </a:lnTo>
                  <a:cubicBezTo>
                    <a:pt x="758" y="160"/>
                    <a:pt x="689" y="34"/>
                    <a:pt x="548" y="6"/>
                  </a:cubicBezTo>
                  <a:cubicBezTo>
                    <a:pt x="532" y="2"/>
                    <a:pt x="515" y="0"/>
                    <a:pt x="49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" name="Google Shape;188;p30"/>
            <p:cNvSpPr/>
            <p:nvPr/>
          </p:nvSpPr>
          <p:spPr>
            <a:xfrm>
              <a:off x="6561400" y="3838150"/>
              <a:ext cx="32300" cy="31700"/>
            </a:xfrm>
            <a:custGeom>
              <a:rect b="b" l="l" r="r" t="t"/>
              <a:pathLst>
                <a:path extrusionOk="0" h="1268" w="1292">
                  <a:moveTo>
                    <a:pt x="1032" y="1"/>
                  </a:moveTo>
                  <a:cubicBezTo>
                    <a:pt x="969" y="1"/>
                    <a:pt x="906" y="25"/>
                    <a:pt x="857" y="75"/>
                  </a:cubicBezTo>
                  <a:lnTo>
                    <a:pt x="84" y="861"/>
                  </a:lnTo>
                  <a:cubicBezTo>
                    <a:pt x="0" y="945"/>
                    <a:pt x="0" y="1099"/>
                    <a:pt x="84" y="1198"/>
                  </a:cubicBezTo>
                  <a:cubicBezTo>
                    <a:pt x="141" y="1239"/>
                    <a:pt x="197" y="1267"/>
                    <a:pt x="267" y="1267"/>
                  </a:cubicBezTo>
                  <a:cubicBezTo>
                    <a:pt x="324" y="1267"/>
                    <a:pt x="380" y="1239"/>
                    <a:pt x="436" y="1198"/>
                  </a:cubicBezTo>
                  <a:lnTo>
                    <a:pt x="1208" y="412"/>
                  </a:lnTo>
                  <a:cubicBezTo>
                    <a:pt x="1292" y="327"/>
                    <a:pt x="1292" y="172"/>
                    <a:pt x="1208" y="75"/>
                  </a:cubicBezTo>
                  <a:cubicBezTo>
                    <a:pt x="1159" y="25"/>
                    <a:pt x="1096" y="1"/>
                    <a:pt x="10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" name="Google Shape;189;p30"/>
            <p:cNvSpPr/>
            <p:nvPr/>
          </p:nvSpPr>
          <p:spPr>
            <a:xfrm>
              <a:off x="6522075" y="3779775"/>
              <a:ext cx="26000" cy="36725"/>
            </a:xfrm>
            <a:custGeom>
              <a:rect b="b" l="l" r="r" t="t"/>
              <a:pathLst>
                <a:path extrusionOk="0" h="1469" w="1040">
                  <a:moveTo>
                    <a:pt x="278" y="1"/>
                  </a:moveTo>
                  <a:cubicBezTo>
                    <a:pt x="246" y="1"/>
                    <a:pt x="214" y="8"/>
                    <a:pt x="184" y="23"/>
                  </a:cubicBezTo>
                  <a:cubicBezTo>
                    <a:pt x="57" y="79"/>
                    <a:pt x="1" y="233"/>
                    <a:pt x="72" y="345"/>
                  </a:cubicBezTo>
                  <a:lnTo>
                    <a:pt x="549" y="1328"/>
                  </a:lnTo>
                  <a:cubicBezTo>
                    <a:pt x="577" y="1427"/>
                    <a:pt x="675" y="1468"/>
                    <a:pt x="759" y="1468"/>
                  </a:cubicBezTo>
                  <a:cubicBezTo>
                    <a:pt x="787" y="1468"/>
                    <a:pt x="830" y="1468"/>
                    <a:pt x="858" y="1440"/>
                  </a:cubicBezTo>
                  <a:cubicBezTo>
                    <a:pt x="984" y="1384"/>
                    <a:pt x="1040" y="1244"/>
                    <a:pt x="970" y="1131"/>
                  </a:cubicBezTo>
                  <a:lnTo>
                    <a:pt x="493" y="135"/>
                  </a:lnTo>
                  <a:cubicBezTo>
                    <a:pt x="452" y="53"/>
                    <a:pt x="365" y="1"/>
                    <a:pt x="27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" name="Google Shape;190;p30"/>
            <p:cNvSpPr/>
            <p:nvPr/>
          </p:nvSpPr>
          <p:spPr>
            <a:xfrm>
              <a:off x="6487350" y="3721450"/>
              <a:ext cx="38975" cy="23100"/>
            </a:xfrm>
            <a:custGeom>
              <a:rect b="b" l="l" r="r" t="t"/>
              <a:pathLst>
                <a:path extrusionOk="0" h="924" w="1559">
                  <a:moveTo>
                    <a:pt x="1291" y="1"/>
                  </a:moveTo>
                  <a:cubicBezTo>
                    <a:pt x="1255" y="1"/>
                    <a:pt x="1217" y="9"/>
                    <a:pt x="1180" y="25"/>
                  </a:cubicBezTo>
                  <a:lnTo>
                    <a:pt x="182" y="475"/>
                  </a:lnTo>
                  <a:cubicBezTo>
                    <a:pt x="57" y="531"/>
                    <a:pt x="0" y="671"/>
                    <a:pt x="57" y="783"/>
                  </a:cubicBezTo>
                  <a:cubicBezTo>
                    <a:pt x="98" y="881"/>
                    <a:pt x="182" y="924"/>
                    <a:pt x="281" y="924"/>
                  </a:cubicBezTo>
                  <a:cubicBezTo>
                    <a:pt x="309" y="924"/>
                    <a:pt x="351" y="924"/>
                    <a:pt x="379" y="909"/>
                  </a:cubicBezTo>
                  <a:lnTo>
                    <a:pt x="1376" y="460"/>
                  </a:lnTo>
                  <a:cubicBezTo>
                    <a:pt x="1502" y="404"/>
                    <a:pt x="1558" y="263"/>
                    <a:pt x="1502" y="138"/>
                  </a:cubicBezTo>
                  <a:cubicBezTo>
                    <a:pt x="1462" y="48"/>
                    <a:pt x="1380" y="1"/>
                    <a:pt x="129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91" name="Google Shape;191;p30"/>
          <p:cNvGrpSpPr/>
          <p:nvPr/>
        </p:nvGrpSpPr>
        <p:grpSpPr>
          <a:xfrm rot="-801181">
            <a:off x="5057775" y="2030883"/>
            <a:ext cx="1181314" cy="593862"/>
            <a:chOff x="58462" y="292572"/>
            <a:chExt cx="1673770" cy="841427"/>
          </a:xfrm>
        </p:grpSpPr>
        <p:sp>
          <p:nvSpPr>
            <p:cNvPr id="192" name="Google Shape;192;p30"/>
            <p:cNvSpPr/>
            <p:nvPr/>
          </p:nvSpPr>
          <p:spPr>
            <a:xfrm>
              <a:off x="58462" y="781902"/>
              <a:ext cx="383324" cy="352096"/>
            </a:xfrm>
            <a:custGeom>
              <a:rect b="b" l="l" r="r" t="t"/>
              <a:pathLst>
                <a:path extrusionOk="0" h="7171" w="7807">
                  <a:moveTo>
                    <a:pt x="4009" y="1"/>
                  </a:moveTo>
                  <a:cubicBezTo>
                    <a:pt x="2888" y="1"/>
                    <a:pt x="1534" y="355"/>
                    <a:pt x="0" y="1425"/>
                  </a:cubicBezTo>
                  <a:lnTo>
                    <a:pt x="4465" y="2899"/>
                  </a:lnTo>
                  <a:lnTo>
                    <a:pt x="1516" y="7154"/>
                  </a:lnTo>
                  <a:cubicBezTo>
                    <a:pt x="1516" y="7154"/>
                    <a:pt x="1663" y="7171"/>
                    <a:pt x="1913" y="7171"/>
                  </a:cubicBezTo>
                  <a:cubicBezTo>
                    <a:pt x="3087" y="7171"/>
                    <a:pt x="6544" y="6789"/>
                    <a:pt x="7806" y="2436"/>
                  </a:cubicBezTo>
                  <a:lnTo>
                    <a:pt x="7511" y="1369"/>
                  </a:lnTo>
                  <a:cubicBezTo>
                    <a:pt x="7511" y="1369"/>
                    <a:pt x="6210" y="1"/>
                    <a:pt x="400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" name="Google Shape;193;p30"/>
            <p:cNvSpPr/>
            <p:nvPr/>
          </p:nvSpPr>
          <p:spPr>
            <a:xfrm>
              <a:off x="705698" y="292572"/>
              <a:ext cx="588758" cy="313945"/>
            </a:xfrm>
            <a:custGeom>
              <a:rect b="b" l="l" r="r" t="t"/>
              <a:pathLst>
                <a:path extrusionOk="0" h="6394" w="11991">
                  <a:moveTo>
                    <a:pt x="7676" y="0"/>
                  </a:moveTo>
                  <a:cubicBezTo>
                    <a:pt x="7617" y="0"/>
                    <a:pt x="7557" y="2"/>
                    <a:pt x="7498" y="5"/>
                  </a:cubicBezTo>
                  <a:cubicBezTo>
                    <a:pt x="7498" y="5"/>
                    <a:pt x="3300" y="1760"/>
                    <a:pt x="1" y="4947"/>
                  </a:cubicBezTo>
                  <a:lnTo>
                    <a:pt x="128" y="6393"/>
                  </a:lnTo>
                  <a:lnTo>
                    <a:pt x="11990" y="1957"/>
                  </a:lnTo>
                  <a:cubicBezTo>
                    <a:pt x="11990" y="1957"/>
                    <a:pt x="9861" y="0"/>
                    <a:pt x="767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" name="Google Shape;194;p30"/>
            <p:cNvSpPr/>
            <p:nvPr/>
          </p:nvSpPr>
          <p:spPr>
            <a:xfrm>
              <a:off x="341720" y="373538"/>
              <a:ext cx="1390512" cy="572162"/>
            </a:xfrm>
            <a:custGeom>
              <a:rect b="b" l="l" r="r" t="t"/>
              <a:pathLst>
                <a:path extrusionOk="0" h="11653" w="28320">
                  <a:moveTo>
                    <a:pt x="19024" y="0"/>
                  </a:moveTo>
                  <a:cubicBezTo>
                    <a:pt x="8818" y="0"/>
                    <a:pt x="1" y="11034"/>
                    <a:pt x="1" y="11034"/>
                  </a:cubicBezTo>
                  <a:cubicBezTo>
                    <a:pt x="2813" y="11467"/>
                    <a:pt x="5400" y="11652"/>
                    <a:pt x="7768" y="11652"/>
                  </a:cubicBezTo>
                  <a:cubicBezTo>
                    <a:pt x="21913" y="11652"/>
                    <a:pt x="28248" y="5039"/>
                    <a:pt x="28248" y="5039"/>
                  </a:cubicBezTo>
                  <a:lnTo>
                    <a:pt x="26479" y="4477"/>
                  </a:lnTo>
                  <a:lnTo>
                    <a:pt x="28319" y="3522"/>
                  </a:lnTo>
                  <a:cubicBezTo>
                    <a:pt x="25228" y="980"/>
                    <a:pt x="22064" y="0"/>
                    <a:pt x="1902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" name="Google Shape;195;p30"/>
            <p:cNvSpPr/>
            <p:nvPr/>
          </p:nvSpPr>
          <p:spPr>
            <a:xfrm>
              <a:off x="1466748" y="466288"/>
              <a:ext cx="111702" cy="100459"/>
            </a:xfrm>
            <a:custGeom>
              <a:rect b="b" l="l" r="r" t="t"/>
              <a:pathLst>
                <a:path extrusionOk="0" h="2046" w="2275">
                  <a:moveTo>
                    <a:pt x="1129" y="0"/>
                  </a:moveTo>
                  <a:cubicBezTo>
                    <a:pt x="1044" y="0"/>
                    <a:pt x="957" y="11"/>
                    <a:pt x="871" y="33"/>
                  </a:cubicBezTo>
                  <a:cubicBezTo>
                    <a:pt x="324" y="173"/>
                    <a:pt x="0" y="735"/>
                    <a:pt x="141" y="1283"/>
                  </a:cubicBezTo>
                  <a:cubicBezTo>
                    <a:pt x="259" y="1744"/>
                    <a:pt x="676" y="2046"/>
                    <a:pt x="1132" y="2046"/>
                  </a:cubicBezTo>
                  <a:cubicBezTo>
                    <a:pt x="1217" y="2046"/>
                    <a:pt x="1304" y="2035"/>
                    <a:pt x="1391" y="2013"/>
                  </a:cubicBezTo>
                  <a:cubicBezTo>
                    <a:pt x="1938" y="1873"/>
                    <a:pt x="2275" y="1311"/>
                    <a:pt x="2121" y="763"/>
                  </a:cubicBezTo>
                  <a:cubicBezTo>
                    <a:pt x="2003" y="302"/>
                    <a:pt x="1586" y="0"/>
                    <a:pt x="112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" name="Google Shape;196;p30"/>
            <p:cNvSpPr/>
            <p:nvPr/>
          </p:nvSpPr>
          <p:spPr>
            <a:xfrm>
              <a:off x="1481920" y="479888"/>
              <a:ext cx="80720" cy="73208"/>
            </a:xfrm>
            <a:custGeom>
              <a:rect b="b" l="l" r="r" t="t"/>
              <a:pathLst>
                <a:path extrusionOk="0" h="1491" w="1644">
                  <a:moveTo>
                    <a:pt x="812" y="1"/>
                  </a:moveTo>
                  <a:cubicBezTo>
                    <a:pt x="753" y="1"/>
                    <a:pt x="692" y="8"/>
                    <a:pt x="633" y="23"/>
                  </a:cubicBezTo>
                  <a:cubicBezTo>
                    <a:pt x="239" y="136"/>
                    <a:pt x="0" y="542"/>
                    <a:pt x="99" y="935"/>
                  </a:cubicBezTo>
                  <a:cubicBezTo>
                    <a:pt x="194" y="1268"/>
                    <a:pt x="501" y="1491"/>
                    <a:pt x="831" y="1491"/>
                  </a:cubicBezTo>
                  <a:cubicBezTo>
                    <a:pt x="891" y="1491"/>
                    <a:pt x="951" y="1484"/>
                    <a:pt x="1011" y="1469"/>
                  </a:cubicBezTo>
                  <a:cubicBezTo>
                    <a:pt x="1419" y="1356"/>
                    <a:pt x="1643" y="950"/>
                    <a:pt x="1545" y="557"/>
                  </a:cubicBezTo>
                  <a:cubicBezTo>
                    <a:pt x="1449" y="224"/>
                    <a:pt x="1143" y="1"/>
                    <a:pt x="81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" name="Google Shape;197;p30"/>
            <p:cNvSpPr/>
            <p:nvPr/>
          </p:nvSpPr>
          <p:spPr>
            <a:xfrm>
              <a:off x="1046256" y="689202"/>
              <a:ext cx="199935" cy="288855"/>
            </a:xfrm>
            <a:custGeom>
              <a:rect b="b" l="l" r="r" t="t"/>
              <a:pathLst>
                <a:path extrusionOk="0" h="5883" w="4072">
                  <a:moveTo>
                    <a:pt x="3497" y="0"/>
                  </a:moveTo>
                  <a:lnTo>
                    <a:pt x="3497" y="0"/>
                  </a:lnTo>
                  <a:cubicBezTo>
                    <a:pt x="2654" y="1867"/>
                    <a:pt x="0" y="3664"/>
                    <a:pt x="0" y="3664"/>
                  </a:cubicBezTo>
                  <a:cubicBezTo>
                    <a:pt x="661" y="3804"/>
                    <a:pt x="1910" y="5882"/>
                    <a:pt x="1910" y="5882"/>
                  </a:cubicBezTo>
                  <a:cubicBezTo>
                    <a:pt x="4072" y="4113"/>
                    <a:pt x="3497" y="1"/>
                    <a:pt x="349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" name="Google Shape;198;p30"/>
            <p:cNvSpPr/>
            <p:nvPr/>
          </p:nvSpPr>
          <p:spPr>
            <a:xfrm>
              <a:off x="1252377" y="417580"/>
              <a:ext cx="162717" cy="353667"/>
            </a:xfrm>
            <a:custGeom>
              <a:rect b="b" l="l" r="r" t="t"/>
              <a:pathLst>
                <a:path extrusionOk="0" h="7203" w="3314">
                  <a:moveTo>
                    <a:pt x="1755" y="1"/>
                  </a:moveTo>
                  <a:cubicBezTo>
                    <a:pt x="1713" y="1"/>
                    <a:pt x="1657" y="29"/>
                    <a:pt x="1643" y="85"/>
                  </a:cubicBezTo>
                  <a:cubicBezTo>
                    <a:pt x="1629" y="113"/>
                    <a:pt x="1" y="4057"/>
                    <a:pt x="3089" y="7161"/>
                  </a:cubicBezTo>
                  <a:cubicBezTo>
                    <a:pt x="3117" y="7189"/>
                    <a:pt x="3145" y="7202"/>
                    <a:pt x="3174" y="7202"/>
                  </a:cubicBezTo>
                  <a:cubicBezTo>
                    <a:pt x="3187" y="7202"/>
                    <a:pt x="3202" y="7189"/>
                    <a:pt x="3215" y="7189"/>
                  </a:cubicBezTo>
                  <a:cubicBezTo>
                    <a:pt x="3230" y="7189"/>
                    <a:pt x="3258" y="7174"/>
                    <a:pt x="3271" y="7161"/>
                  </a:cubicBezTo>
                  <a:cubicBezTo>
                    <a:pt x="3314" y="7118"/>
                    <a:pt x="3314" y="7034"/>
                    <a:pt x="3271" y="6992"/>
                  </a:cubicBezTo>
                  <a:cubicBezTo>
                    <a:pt x="295" y="4016"/>
                    <a:pt x="1854" y="211"/>
                    <a:pt x="1867" y="183"/>
                  </a:cubicBezTo>
                  <a:cubicBezTo>
                    <a:pt x="1895" y="113"/>
                    <a:pt x="1867" y="42"/>
                    <a:pt x="1798" y="14"/>
                  </a:cubicBezTo>
                  <a:cubicBezTo>
                    <a:pt x="1783" y="14"/>
                    <a:pt x="1770" y="1"/>
                    <a:pt x="175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" name="Google Shape;199;p30"/>
            <p:cNvSpPr/>
            <p:nvPr/>
          </p:nvSpPr>
          <p:spPr>
            <a:xfrm>
              <a:off x="1131739" y="461721"/>
              <a:ext cx="37954" cy="70999"/>
            </a:xfrm>
            <a:custGeom>
              <a:rect b="b" l="l" r="r" t="t"/>
              <a:pathLst>
                <a:path extrusionOk="0" h="1446" w="773">
                  <a:moveTo>
                    <a:pt x="590" y="0"/>
                  </a:moveTo>
                  <a:cubicBezTo>
                    <a:pt x="562" y="0"/>
                    <a:pt x="548" y="0"/>
                    <a:pt x="520" y="14"/>
                  </a:cubicBezTo>
                  <a:cubicBezTo>
                    <a:pt x="505" y="28"/>
                    <a:pt x="0" y="351"/>
                    <a:pt x="15" y="772"/>
                  </a:cubicBezTo>
                  <a:cubicBezTo>
                    <a:pt x="28" y="1024"/>
                    <a:pt x="211" y="1249"/>
                    <a:pt x="576" y="1432"/>
                  </a:cubicBezTo>
                  <a:cubicBezTo>
                    <a:pt x="590" y="1432"/>
                    <a:pt x="604" y="1446"/>
                    <a:pt x="632" y="1446"/>
                  </a:cubicBezTo>
                  <a:cubicBezTo>
                    <a:pt x="646" y="1446"/>
                    <a:pt x="646" y="1446"/>
                    <a:pt x="660" y="1432"/>
                  </a:cubicBezTo>
                  <a:cubicBezTo>
                    <a:pt x="689" y="1432"/>
                    <a:pt x="717" y="1404"/>
                    <a:pt x="745" y="1376"/>
                  </a:cubicBezTo>
                  <a:cubicBezTo>
                    <a:pt x="773" y="1320"/>
                    <a:pt x="745" y="1236"/>
                    <a:pt x="689" y="1207"/>
                  </a:cubicBezTo>
                  <a:cubicBezTo>
                    <a:pt x="505" y="1109"/>
                    <a:pt x="267" y="955"/>
                    <a:pt x="267" y="758"/>
                  </a:cubicBezTo>
                  <a:cubicBezTo>
                    <a:pt x="253" y="534"/>
                    <a:pt x="548" y="294"/>
                    <a:pt x="660" y="225"/>
                  </a:cubicBezTo>
                  <a:cubicBezTo>
                    <a:pt x="717" y="197"/>
                    <a:pt x="730" y="112"/>
                    <a:pt x="702" y="56"/>
                  </a:cubicBezTo>
                  <a:cubicBezTo>
                    <a:pt x="674" y="14"/>
                    <a:pt x="632" y="0"/>
                    <a:pt x="59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" name="Google Shape;200;p30"/>
            <p:cNvSpPr/>
            <p:nvPr/>
          </p:nvSpPr>
          <p:spPr>
            <a:xfrm>
              <a:off x="1142737" y="585797"/>
              <a:ext cx="44190" cy="69624"/>
            </a:xfrm>
            <a:custGeom>
              <a:rect b="b" l="l" r="r" t="t"/>
              <a:pathLst>
                <a:path extrusionOk="0" h="1418" w="900">
                  <a:moveTo>
                    <a:pt x="562" y="0"/>
                  </a:moveTo>
                  <a:cubicBezTo>
                    <a:pt x="534" y="0"/>
                    <a:pt x="493" y="0"/>
                    <a:pt x="478" y="28"/>
                  </a:cubicBezTo>
                  <a:cubicBezTo>
                    <a:pt x="450" y="42"/>
                    <a:pt x="1" y="421"/>
                    <a:pt x="85" y="843"/>
                  </a:cubicBezTo>
                  <a:cubicBezTo>
                    <a:pt x="128" y="1081"/>
                    <a:pt x="338" y="1277"/>
                    <a:pt x="731" y="1418"/>
                  </a:cubicBezTo>
                  <a:lnTo>
                    <a:pt x="802" y="1418"/>
                  </a:lnTo>
                  <a:cubicBezTo>
                    <a:pt x="843" y="1404"/>
                    <a:pt x="871" y="1376"/>
                    <a:pt x="886" y="1333"/>
                  </a:cubicBezTo>
                  <a:cubicBezTo>
                    <a:pt x="899" y="1264"/>
                    <a:pt x="871" y="1193"/>
                    <a:pt x="802" y="1180"/>
                  </a:cubicBezTo>
                  <a:cubicBezTo>
                    <a:pt x="605" y="1109"/>
                    <a:pt x="366" y="983"/>
                    <a:pt x="324" y="786"/>
                  </a:cubicBezTo>
                  <a:cubicBezTo>
                    <a:pt x="281" y="562"/>
                    <a:pt x="534" y="294"/>
                    <a:pt x="633" y="210"/>
                  </a:cubicBezTo>
                  <a:cubicBezTo>
                    <a:pt x="689" y="169"/>
                    <a:pt x="689" y="84"/>
                    <a:pt x="647" y="42"/>
                  </a:cubicBezTo>
                  <a:cubicBezTo>
                    <a:pt x="633" y="14"/>
                    <a:pt x="590" y="0"/>
                    <a:pt x="56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" name="Google Shape;201;p30"/>
            <p:cNvSpPr/>
            <p:nvPr/>
          </p:nvSpPr>
          <p:spPr>
            <a:xfrm>
              <a:off x="1267549" y="715372"/>
              <a:ext cx="44141" cy="69673"/>
            </a:xfrm>
            <a:custGeom>
              <a:rect b="b" l="l" r="r" t="t"/>
              <a:pathLst>
                <a:path extrusionOk="0" h="1419" w="899">
                  <a:moveTo>
                    <a:pt x="547" y="1"/>
                  </a:moveTo>
                  <a:cubicBezTo>
                    <a:pt x="519" y="1"/>
                    <a:pt x="491" y="1"/>
                    <a:pt x="478" y="29"/>
                  </a:cubicBezTo>
                  <a:cubicBezTo>
                    <a:pt x="450" y="42"/>
                    <a:pt x="0" y="422"/>
                    <a:pt x="85" y="843"/>
                  </a:cubicBezTo>
                  <a:cubicBezTo>
                    <a:pt x="126" y="1096"/>
                    <a:pt x="337" y="1278"/>
                    <a:pt x="716" y="1418"/>
                  </a:cubicBezTo>
                  <a:lnTo>
                    <a:pt x="800" y="1418"/>
                  </a:lnTo>
                  <a:cubicBezTo>
                    <a:pt x="828" y="1405"/>
                    <a:pt x="871" y="1377"/>
                    <a:pt x="884" y="1334"/>
                  </a:cubicBezTo>
                  <a:cubicBezTo>
                    <a:pt x="899" y="1278"/>
                    <a:pt x="871" y="1208"/>
                    <a:pt x="800" y="1180"/>
                  </a:cubicBezTo>
                  <a:cubicBezTo>
                    <a:pt x="604" y="1109"/>
                    <a:pt x="365" y="983"/>
                    <a:pt x="323" y="800"/>
                  </a:cubicBezTo>
                  <a:cubicBezTo>
                    <a:pt x="281" y="576"/>
                    <a:pt x="534" y="295"/>
                    <a:pt x="632" y="211"/>
                  </a:cubicBezTo>
                  <a:cubicBezTo>
                    <a:pt x="688" y="169"/>
                    <a:pt x="688" y="98"/>
                    <a:pt x="646" y="42"/>
                  </a:cubicBezTo>
                  <a:cubicBezTo>
                    <a:pt x="618" y="14"/>
                    <a:pt x="590" y="1"/>
                    <a:pt x="54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" name="Google Shape;202;p30"/>
            <p:cNvSpPr/>
            <p:nvPr/>
          </p:nvSpPr>
          <p:spPr>
            <a:xfrm>
              <a:off x="1050380" y="529921"/>
              <a:ext cx="44877" cy="70360"/>
            </a:xfrm>
            <a:custGeom>
              <a:rect b="b" l="l" r="r" t="t"/>
              <a:pathLst>
                <a:path extrusionOk="0" h="1433" w="914">
                  <a:moveTo>
                    <a:pt x="562" y="0"/>
                  </a:moveTo>
                  <a:cubicBezTo>
                    <a:pt x="534" y="0"/>
                    <a:pt x="506" y="15"/>
                    <a:pt x="478" y="29"/>
                  </a:cubicBezTo>
                  <a:cubicBezTo>
                    <a:pt x="464" y="43"/>
                    <a:pt x="0" y="436"/>
                    <a:pt x="85" y="843"/>
                  </a:cubicBezTo>
                  <a:cubicBezTo>
                    <a:pt x="127" y="1096"/>
                    <a:pt x="352" y="1292"/>
                    <a:pt x="730" y="1419"/>
                  </a:cubicBezTo>
                  <a:cubicBezTo>
                    <a:pt x="745" y="1419"/>
                    <a:pt x="759" y="1432"/>
                    <a:pt x="773" y="1432"/>
                  </a:cubicBezTo>
                  <a:cubicBezTo>
                    <a:pt x="773" y="1432"/>
                    <a:pt x="787" y="1419"/>
                    <a:pt x="801" y="1419"/>
                  </a:cubicBezTo>
                  <a:cubicBezTo>
                    <a:pt x="843" y="1419"/>
                    <a:pt x="871" y="1376"/>
                    <a:pt x="885" y="1348"/>
                  </a:cubicBezTo>
                  <a:cubicBezTo>
                    <a:pt x="914" y="1279"/>
                    <a:pt x="871" y="1208"/>
                    <a:pt x="801" y="1180"/>
                  </a:cubicBezTo>
                  <a:cubicBezTo>
                    <a:pt x="605" y="1110"/>
                    <a:pt x="365" y="998"/>
                    <a:pt x="324" y="801"/>
                  </a:cubicBezTo>
                  <a:cubicBezTo>
                    <a:pt x="281" y="577"/>
                    <a:pt x="534" y="309"/>
                    <a:pt x="633" y="225"/>
                  </a:cubicBezTo>
                  <a:cubicBezTo>
                    <a:pt x="689" y="184"/>
                    <a:pt x="689" y="99"/>
                    <a:pt x="646" y="43"/>
                  </a:cubicBezTo>
                  <a:cubicBezTo>
                    <a:pt x="633" y="15"/>
                    <a:pt x="590" y="0"/>
                    <a:pt x="56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" name="Google Shape;203;p30"/>
            <p:cNvSpPr/>
            <p:nvPr/>
          </p:nvSpPr>
          <p:spPr>
            <a:xfrm>
              <a:off x="946288" y="769824"/>
              <a:ext cx="44190" cy="70360"/>
            </a:xfrm>
            <a:custGeom>
              <a:rect b="b" l="l" r="r" t="t"/>
              <a:pathLst>
                <a:path extrusionOk="0" h="1433" w="900">
                  <a:moveTo>
                    <a:pt x="548" y="0"/>
                  </a:moveTo>
                  <a:cubicBezTo>
                    <a:pt x="520" y="0"/>
                    <a:pt x="492" y="15"/>
                    <a:pt x="478" y="28"/>
                  </a:cubicBezTo>
                  <a:cubicBezTo>
                    <a:pt x="450" y="56"/>
                    <a:pt x="1" y="436"/>
                    <a:pt x="85" y="857"/>
                  </a:cubicBezTo>
                  <a:cubicBezTo>
                    <a:pt x="127" y="1095"/>
                    <a:pt x="338" y="1292"/>
                    <a:pt x="716" y="1419"/>
                  </a:cubicBezTo>
                  <a:cubicBezTo>
                    <a:pt x="731" y="1432"/>
                    <a:pt x="745" y="1432"/>
                    <a:pt x="759" y="1432"/>
                  </a:cubicBezTo>
                  <a:lnTo>
                    <a:pt x="801" y="1432"/>
                  </a:lnTo>
                  <a:cubicBezTo>
                    <a:pt x="829" y="1419"/>
                    <a:pt x="871" y="1391"/>
                    <a:pt x="885" y="1348"/>
                  </a:cubicBezTo>
                  <a:cubicBezTo>
                    <a:pt x="900" y="1278"/>
                    <a:pt x="871" y="1208"/>
                    <a:pt x="801" y="1194"/>
                  </a:cubicBezTo>
                  <a:cubicBezTo>
                    <a:pt x="604" y="1123"/>
                    <a:pt x="366" y="998"/>
                    <a:pt x="323" y="801"/>
                  </a:cubicBezTo>
                  <a:cubicBezTo>
                    <a:pt x="282" y="576"/>
                    <a:pt x="534" y="309"/>
                    <a:pt x="632" y="225"/>
                  </a:cubicBezTo>
                  <a:cubicBezTo>
                    <a:pt x="688" y="183"/>
                    <a:pt x="688" y="99"/>
                    <a:pt x="647" y="56"/>
                  </a:cubicBezTo>
                  <a:cubicBezTo>
                    <a:pt x="619" y="15"/>
                    <a:pt x="591" y="0"/>
                    <a:pt x="54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" name="Google Shape;204;p30"/>
            <p:cNvSpPr/>
            <p:nvPr/>
          </p:nvSpPr>
          <p:spPr>
            <a:xfrm>
              <a:off x="898710" y="660233"/>
              <a:ext cx="44190" cy="69624"/>
            </a:xfrm>
            <a:custGeom>
              <a:rect b="b" l="l" r="r" t="t"/>
              <a:pathLst>
                <a:path extrusionOk="0" h="1418" w="900">
                  <a:moveTo>
                    <a:pt x="549" y="0"/>
                  </a:moveTo>
                  <a:cubicBezTo>
                    <a:pt x="521" y="0"/>
                    <a:pt x="493" y="14"/>
                    <a:pt x="478" y="29"/>
                  </a:cubicBezTo>
                  <a:cubicBezTo>
                    <a:pt x="450" y="42"/>
                    <a:pt x="1" y="422"/>
                    <a:pt x="71" y="843"/>
                  </a:cubicBezTo>
                  <a:cubicBezTo>
                    <a:pt x="128" y="1096"/>
                    <a:pt x="338" y="1278"/>
                    <a:pt x="717" y="1418"/>
                  </a:cubicBezTo>
                  <a:lnTo>
                    <a:pt x="787" y="1418"/>
                  </a:lnTo>
                  <a:cubicBezTo>
                    <a:pt x="830" y="1404"/>
                    <a:pt x="871" y="1376"/>
                    <a:pt x="886" y="1334"/>
                  </a:cubicBezTo>
                  <a:cubicBezTo>
                    <a:pt x="899" y="1278"/>
                    <a:pt x="871" y="1208"/>
                    <a:pt x="802" y="1180"/>
                  </a:cubicBezTo>
                  <a:cubicBezTo>
                    <a:pt x="605" y="1109"/>
                    <a:pt x="352" y="997"/>
                    <a:pt x="324" y="800"/>
                  </a:cubicBezTo>
                  <a:cubicBezTo>
                    <a:pt x="281" y="576"/>
                    <a:pt x="534" y="309"/>
                    <a:pt x="633" y="211"/>
                  </a:cubicBezTo>
                  <a:cubicBezTo>
                    <a:pt x="689" y="169"/>
                    <a:pt x="689" y="98"/>
                    <a:pt x="647" y="42"/>
                  </a:cubicBezTo>
                  <a:cubicBezTo>
                    <a:pt x="618" y="14"/>
                    <a:pt x="590" y="0"/>
                    <a:pt x="54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" name="Google Shape;205;p30"/>
            <p:cNvSpPr/>
            <p:nvPr/>
          </p:nvSpPr>
          <p:spPr>
            <a:xfrm>
              <a:off x="810477" y="550592"/>
              <a:ext cx="44190" cy="70360"/>
            </a:xfrm>
            <a:custGeom>
              <a:rect b="b" l="l" r="r" t="t"/>
              <a:pathLst>
                <a:path extrusionOk="0" h="1433" w="900">
                  <a:moveTo>
                    <a:pt x="549" y="1"/>
                  </a:moveTo>
                  <a:cubicBezTo>
                    <a:pt x="521" y="1"/>
                    <a:pt x="493" y="15"/>
                    <a:pt x="465" y="29"/>
                  </a:cubicBezTo>
                  <a:cubicBezTo>
                    <a:pt x="450" y="43"/>
                    <a:pt x="1" y="436"/>
                    <a:pt x="71" y="843"/>
                  </a:cubicBezTo>
                  <a:cubicBezTo>
                    <a:pt x="113" y="1096"/>
                    <a:pt x="338" y="1292"/>
                    <a:pt x="717" y="1419"/>
                  </a:cubicBezTo>
                  <a:cubicBezTo>
                    <a:pt x="731" y="1419"/>
                    <a:pt x="745" y="1433"/>
                    <a:pt x="759" y="1433"/>
                  </a:cubicBezTo>
                  <a:cubicBezTo>
                    <a:pt x="773" y="1433"/>
                    <a:pt x="773" y="1419"/>
                    <a:pt x="787" y="1419"/>
                  </a:cubicBezTo>
                  <a:cubicBezTo>
                    <a:pt x="830" y="1419"/>
                    <a:pt x="858" y="1391"/>
                    <a:pt x="871" y="1348"/>
                  </a:cubicBezTo>
                  <a:cubicBezTo>
                    <a:pt x="899" y="1279"/>
                    <a:pt x="858" y="1208"/>
                    <a:pt x="801" y="1180"/>
                  </a:cubicBezTo>
                  <a:cubicBezTo>
                    <a:pt x="590" y="1110"/>
                    <a:pt x="352" y="998"/>
                    <a:pt x="310" y="801"/>
                  </a:cubicBezTo>
                  <a:cubicBezTo>
                    <a:pt x="268" y="577"/>
                    <a:pt x="521" y="310"/>
                    <a:pt x="618" y="225"/>
                  </a:cubicBezTo>
                  <a:cubicBezTo>
                    <a:pt x="675" y="184"/>
                    <a:pt x="689" y="99"/>
                    <a:pt x="646" y="43"/>
                  </a:cubicBezTo>
                  <a:cubicBezTo>
                    <a:pt x="618" y="15"/>
                    <a:pt x="577" y="1"/>
                    <a:pt x="54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" name="Google Shape;206;p30"/>
            <p:cNvSpPr/>
            <p:nvPr/>
          </p:nvSpPr>
          <p:spPr>
            <a:xfrm>
              <a:off x="749152" y="791870"/>
              <a:ext cx="44190" cy="70360"/>
            </a:xfrm>
            <a:custGeom>
              <a:rect b="b" l="l" r="r" t="t"/>
              <a:pathLst>
                <a:path extrusionOk="0" h="1433" w="900">
                  <a:moveTo>
                    <a:pt x="548" y="0"/>
                  </a:moveTo>
                  <a:cubicBezTo>
                    <a:pt x="520" y="0"/>
                    <a:pt x="492" y="15"/>
                    <a:pt x="478" y="29"/>
                  </a:cubicBezTo>
                  <a:cubicBezTo>
                    <a:pt x="450" y="57"/>
                    <a:pt x="1" y="436"/>
                    <a:pt x="70" y="857"/>
                  </a:cubicBezTo>
                  <a:cubicBezTo>
                    <a:pt x="126" y="1096"/>
                    <a:pt x="338" y="1292"/>
                    <a:pt x="716" y="1419"/>
                  </a:cubicBezTo>
                  <a:cubicBezTo>
                    <a:pt x="731" y="1432"/>
                    <a:pt x="744" y="1432"/>
                    <a:pt x="759" y="1432"/>
                  </a:cubicBezTo>
                  <a:lnTo>
                    <a:pt x="787" y="1432"/>
                  </a:lnTo>
                  <a:cubicBezTo>
                    <a:pt x="828" y="1419"/>
                    <a:pt x="871" y="1391"/>
                    <a:pt x="885" y="1348"/>
                  </a:cubicBezTo>
                  <a:cubicBezTo>
                    <a:pt x="899" y="1279"/>
                    <a:pt x="871" y="1208"/>
                    <a:pt x="800" y="1194"/>
                  </a:cubicBezTo>
                  <a:cubicBezTo>
                    <a:pt x="604" y="1124"/>
                    <a:pt x="351" y="998"/>
                    <a:pt x="323" y="801"/>
                  </a:cubicBezTo>
                  <a:cubicBezTo>
                    <a:pt x="281" y="577"/>
                    <a:pt x="534" y="309"/>
                    <a:pt x="632" y="225"/>
                  </a:cubicBezTo>
                  <a:cubicBezTo>
                    <a:pt x="688" y="184"/>
                    <a:pt x="688" y="99"/>
                    <a:pt x="647" y="57"/>
                  </a:cubicBezTo>
                  <a:cubicBezTo>
                    <a:pt x="618" y="15"/>
                    <a:pt x="590" y="0"/>
                    <a:pt x="54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" name="Google Shape;207;p30"/>
            <p:cNvSpPr/>
            <p:nvPr/>
          </p:nvSpPr>
          <p:spPr>
            <a:xfrm>
              <a:off x="549265" y="757401"/>
              <a:ext cx="44141" cy="69722"/>
            </a:xfrm>
            <a:custGeom>
              <a:rect b="b" l="l" r="r" t="t"/>
              <a:pathLst>
                <a:path extrusionOk="0" h="1420" w="899">
                  <a:moveTo>
                    <a:pt x="547" y="0"/>
                  </a:moveTo>
                  <a:cubicBezTo>
                    <a:pt x="519" y="0"/>
                    <a:pt x="491" y="0"/>
                    <a:pt x="463" y="29"/>
                  </a:cubicBezTo>
                  <a:cubicBezTo>
                    <a:pt x="449" y="43"/>
                    <a:pt x="0" y="422"/>
                    <a:pt x="70" y="843"/>
                  </a:cubicBezTo>
                  <a:cubicBezTo>
                    <a:pt x="126" y="1096"/>
                    <a:pt x="337" y="1279"/>
                    <a:pt x="716" y="1419"/>
                  </a:cubicBezTo>
                  <a:lnTo>
                    <a:pt x="786" y="1419"/>
                  </a:lnTo>
                  <a:cubicBezTo>
                    <a:pt x="828" y="1404"/>
                    <a:pt x="856" y="1376"/>
                    <a:pt x="871" y="1335"/>
                  </a:cubicBezTo>
                  <a:cubicBezTo>
                    <a:pt x="899" y="1279"/>
                    <a:pt x="871" y="1208"/>
                    <a:pt x="800" y="1180"/>
                  </a:cubicBezTo>
                  <a:cubicBezTo>
                    <a:pt x="603" y="1110"/>
                    <a:pt x="351" y="983"/>
                    <a:pt x="323" y="801"/>
                  </a:cubicBezTo>
                  <a:cubicBezTo>
                    <a:pt x="281" y="577"/>
                    <a:pt x="534" y="296"/>
                    <a:pt x="631" y="212"/>
                  </a:cubicBezTo>
                  <a:cubicBezTo>
                    <a:pt x="674" y="169"/>
                    <a:pt x="688" y="99"/>
                    <a:pt x="646" y="43"/>
                  </a:cubicBezTo>
                  <a:cubicBezTo>
                    <a:pt x="618" y="15"/>
                    <a:pt x="590" y="0"/>
                    <a:pt x="54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" name="Google Shape;208;p30"/>
            <p:cNvSpPr/>
            <p:nvPr/>
          </p:nvSpPr>
          <p:spPr>
            <a:xfrm>
              <a:off x="677466" y="671918"/>
              <a:ext cx="44190" cy="70360"/>
            </a:xfrm>
            <a:custGeom>
              <a:rect b="b" l="l" r="r" t="t"/>
              <a:pathLst>
                <a:path extrusionOk="0" h="1433" w="900">
                  <a:moveTo>
                    <a:pt x="548" y="1"/>
                  </a:moveTo>
                  <a:cubicBezTo>
                    <a:pt x="519" y="1"/>
                    <a:pt x="491" y="15"/>
                    <a:pt x="463" y="29"/>
                  </a:cubicBezTo>
                  <a:cubicBezTo>
                    <a:pt x="450" y="43"/>
                    <a:pt x="1" y="436"/>
                    <a:pt x="70" y="843"/>
                  </a:cubicBezTo>
                  <a:cubicBezTo>
                    <a:pt x="113" y="1096"/>
                    <a:pt x="338" y="1292"/>
                    <a:pt x="716" y="1419"/>
                  </a:cubicBezTo>
                  <a:cubicBezTo>
                    <a:pt x="731" y="1433"/>
                    <a:pt x="744" y="1433"/>
                    <a:pt x="759" y="1433"/>
                  </a:cubicBezTo>
                  <a:cubicBezTo>
                    <a:pt x="772" y="1433"/>
                    <a:pt x="772" y="1433"/>
                    <a:pt x="787" y="1419"/>
                  </a:cubicBezTo>
                  <a:cubicBezTo>
                    <a:pt x="828" y="1419"/>
                    <a:pt x="856" y="1391"/>
                    <a:pt x="871" y="1348"/>
                  </a:cubicBezTo>
                  <a:cubicBezTo>
                    <a:pt x="899" y="1279"/>
                    <a:pt x="856" y="1208"/>
                    <a:pt x="800" y="1180"/>
                  </a:cubicBezTo>
                  <a:cubicBezTo>
                    <a:pt x="604" y="1124"/>
                    <a:pt x="351" y="998"/>
                    <a:pt x="309" y="801"/>
                  </a:cubicBezTo>
                  <a:cubicBezTo>
                    <a:pt x="267" y="577"/>
                    <a:pt x="519" y="309"/>
                    <a:pt x="632" y="225"/>
                  </a:cubicBezTo>
                  <a:cubicBezTo>
                    <a:pt x="674" y="184"/>
                    <a:pt x="688" y="99"/>
                    <a:pt x="646" y="43"/>
                  </a:cubicBezTo>
                  <a:cubicBezTo>
                    <a:pt x="618" y="15"/>
                    <a:pt x="576" y="1"/>
                    <a:pt x="54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9" name="Google Shape;209;p30"/>
          <p:cNvGrpSpPr/>
          <p:nvPr/>
        </p:nvGrpSpPr>
        <p:grpSpPr>
          <a:xfrm>
            <a:off x="5829300" y="3333200"/>
            <a:ext cx="2245800" cy="1815050"/>
            <a:chOff x="3295625" y="3322213"/>
            <a:chExt cx="2245800" cy="1815050"/>
          </a:xfrm>
        </p:grpSpPr>
        <p:sp>
          <p:nvSpPr>
            <p:cNvPr id="210" name="Google Shape;210;p30"/>
            <p:cNvSpPr/>
            <p:nvPr/>
          </p:nvSpPr>
          <p:spPr>
            <a:xfrm>
              <a:off x="3295625" y="3322213"/>
              <a:ext cx="2245800" cy="1815050"/>
            </a:xfrm>
            <a:custGeom>
              <a:rect b="b" l="l" r="r" t="t"/>
              <a:pathLst>
                <a:path extrusionOk="0" h="72602" w="89832">
                  <a:moveTo>
                    <a:pt x="42189" y="1"/>
                  </a:moveTo>
                  <a:cubicBezTo>
                    <a:pt x="30180" y="1"/>
                    <a:pt x="11026" y="6629"/>
                    <a:pt x="5888" y="24452"/>
                  </a:cubicBezTo>
                  <a:cubicBezTo>
                    <a:pt x="4112" y="30720"/>
                    <a:pt x="3964" y="36893"/>
                    <a:pt x="4493" y="42242"/>
                  </a:cubicBezTo>
                  <a:cubicBezTo>
                    <a:pt x="4588" y="42665"/>
                    <a:pt x="4620" y="43078"/>
                    <a:pt x="4641" y="43489"/>
                  </a:cubicBezTo>
                  <a:cubicBezTo>
                    <a:pt x="5412" y="51999"/>
                    <a:pt x="1575" y="64208"/>
                    <a:pt x="0" y="72602"/>
                  </a:cubicBezTo>
                  <a:lnTo>
                    <a:pt x="2812" y="72602"/>
                  </a:lnTo>
                  <a:cubicBezTo>
                    <a:pt x="2400" y="70889"/>
                    <a:pt x="2315" y="69113"/>
                    <a:pt x="2781" y="67316"/>
                  </a:cubicBezTo>
                  <a:cubicBezTo>
                    <a:pt x="4112" y="62232"/>
                    <a:pt x="6269" y="60012"/>
                    <a:pt x="8985" y="59336"/>
                  </a:cubicBezTo>
                  <a:cubicBezTo>
                    <a:pt x="8425" y="52031"/>
                    <a:pt x="9757" y="45995"/>
                    <a:pt x="11121" y="42042"/>
                  </a:cubicBezTo>
                  <a:cubicBezTo>
                    <a:pt x="12241" y="38733"/>
                    <a:pt x="13362" y="36862"/>
                    <a:pt x="13362" y="36862"/>
                  </a:cubicBezTo>
                  <a:cubicBezTo>
                    <a:pt x="21850" y="35509"/>
                    <a:pt x="36744" y="29536"/>
                    <a:pt x="36744" y="29536"/>
                  </a:cubicBezTo>
                  <a:lnTo>
                    <a:pt x="36744" y="29536"/>
                  </a:lnTo>
                  <a:lnTo>
                    <a:pt x="31364" y="35213"/>
                  </a:lnTo>
                  <a:cubicBezTo>
                    <a:pt x="44968" y="32845"/>
                    <a:pt x="54218" y="25721"/>
                    <a:pt x="54218" y="25720"/>
                  </a:cubicBezTo>
                  <a:lnTo>
                    <a:pt x="54218" y="25720"/>
                  </a:lnTo>
                  <a:lnTo>
                    <a:pt x="47474" y="36005"/>
                  </a:lnTo>
                  <a:lnTo>
                    <a:pt x="47474" y="36005"/>
                  </a:lnTo>
                  <a:cubicBezTo>
                    <a:pt x="63267" y="32200"/>
                    <a:pt x="69356" y="20223"/>
                    <a:pt x="69356" y="20223"/>
                  </a:cubicBezTo>
                  <a:cubicBezTo>
                    <a:pt x="73753" y="24779"/>
                    <a:pt x="75645" y="32549"/>
                    <a:pt x="76354" y="39938"/>
                  </a:cubicBezTo>
                  <a:cubicBezTo>
                    <a:pt x="77336" y="49874"/>
                    <a:pt x="76174" y="59155"/>
                    <a:pt x="76174" y="59155"/>
                  </a:cubicBezTo>
                  <a:cubicBezTo>
                    <a:pt x="79398" y="59505"/>
                    <a:pt x="81945" y="61608"/>
                    <a:pt x="83425" y="67316"/>
                  </a:cubicBezTo>
                  <a:cubicBezTo>
                    <a:pt x="83890" y="69113"/>
                    <a:pt x="83838" y="70889"/>
                    <a:pt x="83394" y="72602"/>
                  </a:cubicBezTo>
                  <a:lnTo>
                    <a:pt x="89831" y="72602"/>
                  </a:lnTo>
                  <a:cubicBezTo>
                    <a:pt x="89535" y="63384"/>
                    <a:pt x="85043" y="59124"/>
                    <a:pt x="83742" y="57031"/>
                  </a:cubicBezTo>
                  <a:cubicBezTo>
                    <a:pt x="82125" y="54367"/>
                    <a:pt x="81111" y="39790"/>
                    <a:pt x="81111" y="39790"/>
                  </a:cubicBezTo>
                  <a:cubicBezTo>
                    <a:pt x="81057" y="36809"/>
                    <a:pt x="80761" y="33405"/>
                    <a:pt x="80169" y="29536"/>
                  </a:cubicBezTo>
                  <a:cubicBezTo>
                    <a:pt x="75645" y="4853"/>
                    <a:pt x="54186" y="1"/>
                    <a:pt x="42189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" name="Google Shape;211;p30"/>
            <p:cNvSpPr/>
            <p:nvPr/>
          </p:nvSpPr>
          <p:spPr>
            <a:xfrm>
              <a:off x="4671675" y="3683738"/>
              <a:ext cx="311875" cy="366600"/>
            </a:xfrm>
            <a:custGeom>
              <a:rect b="b" l="l" r="r" t="t"/>
              <a:pathLst>
                <a:path extrusionOk="0" h="14664" w="12475">
                  <a:moveTo>
                    <a:pt x="12474" y="1"/>
                  </a:moveTo>
                  <a:cubicBezTo>
                    <a:pt x="11650" y="1417"/>
                    <a:pt x="10762" y="2781"/>
                    <a:pt x="9842" y="4113"/>
                  </a:cubicBezTo>
                  <a:cubicBezTo>
                    <a:pt x="9609" y="4431"/>
                    <a:pt x="9377" y="4758"/>
                    <a:pt x="9165" y="5086"/>
                  </a:cubicBezTo>
                  <a:cubicBezTo>
                    <a:pt x="8933" y="5413"/>
                    <a:pt x="8658" y="5730"/>
                    <a:pt x="8425" y="6058"/>
                  </a:cubicBezTo>
                  <a:cubicBezTo>
                    <a:pt x="8193" y="6386"/>
                    <a:pt x="7950" y="6714"/>
                    <a:pt x="7718" y="7010"/>
                  </a:cubicBezTo>
                  <a:lnTo>
                    <a:pt x="7337" y="7506"/>
                  </a:lnTo>
                  <a:lnTo>
                    <a:pt x="6945" y="7950"/>
                  </a:lnTo>
                  <a:cubicBezTo>
                    <a:pt x="5910" y="9187"/>
                    <a:pt x="4852" y="10371"/>
                    <a:pt x="3669" y="11502"/>
                  </a:cubicBezTo>
                  <a:cubicBezTo>
                    <a:pt x="3405" y="11767"/>
                    <a:pt x="3109" y="12031"/>
                    <a:pt x="2813" y="12327"/>
                  </a:cubicBezTo>
                  <a:lnTo>
                    <a:pt x="1893" y="13099"/>
                  </a:lnTo>
                  <a:lnTo>
                    <a:pt x="1417" y="13510"/>
                  </a:lnTo>
                  <a:cubicBezTo>
                    <a:pt x="1269" y="13627"/>
                    <a:pt x="1100" y="13775"/>
                    <a:pt x="952" y="13891"/>
                  </a:cubicBezTo>
                  <a:cubicBezTo>
                    <a:pt x="624" y="14124"/>
                    <a:pt x="297" y="14398"/>
                    <a:pt x="1" y="14663"/>
                  </a:cubicBezTo>
                  <a:cubicBezTo>
                    <a:pt x="381" y="14515"/>
                    <a:pt x="741" y="14335"/>
                    <a:pt x="1121" y="14156"/>
                  </a:cubicBezTo>
                  <a:cubicBezTo>
                    <a:pt x="1301" y="14071"/>
                    <a:pt x="1512" y="13976"/>
                    <a:pt x="1692" y="13891"/>
                  </a:cubicBezTo>
                  <a:lnTo>
                    <a:pt x="2221" y="13595"/>
                  </a:lnTo>
                  <a:lnTo>
                    <a:pt x="3288" y="12951"/>
                  </a:lnTo>
                  <a:cubicBezTo>
                    <a:pt x="3637" y="12707"/>
                    <a:pt x="3964" y="12443"/>
                    <a:pt x="4293" y="12211"/>
                  </a:cubicBezTo>
                  <a:cubicBezTo>
                    <a:pt x="5592" y="11175"/>
                    <a:pt x="6830" y="10022"/>
                    <a:pt x="7866" y="8722"/>
                  </a:cubicBezTo>
                  <a:lnTo>
                    <a:pt x="8246" y="8215"/>
                  </a:lnTo>
                  <a:lnTo>
                    <a:pt x="8637" y="7739"/>
                  </a:lnTo>
                  <a:cubicBezTo>
                    <a:pt x="8869" y="7390"/>
                    <a:pt x="9134" y="7062"/>
                    <a:pt x="9345" y="6714"/>
                  </a:cubicBezTo>
                  <a:cubicBezTo>
                    <a:pt x="9821" y="6026"/>
                    <a:pt x="10255" y="5318"/>
                    <a:pt x="10645" y="4578"/>
                  </a:cubicBezTo>
                  <a:cubicBezTo>
                    <a:pt x="11439" y="3130"/>
                    <a:pt x="12094" y="1598"/>
                    <a:pt x="12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" name="Google Shape;212;p30"/>
            <p:cNvSpPr/>
            <p:nvPr/>
          </p:nvSpPr>
          <p:spPr>
            <a:xfrm>
              <a:off x="4247525" y="3601563"/>
              <a:ext cx="580100" cy="470975"/>
            </a:xfrm>
            <a:custGeom>
              <a:rect b="b" l="l" r="r" t="t"/>
              <a:pathLst>
                <a:path extrusionOk="0" h="18839" w="23204">
                  <a:moveTo>
                    <a:pt x="23204" y="1"/>
                  </a:moveTo>
                  <a:lnTo>
                    <a:pt x="17675" y="5085"/>
                  </a:lnTo>
                  <a:cubicBezTo>
                    <a:pt x="16734" y="5920"/>
                    <a:pt x="15814" y="6776"/>
                    <a:pt x="14895" y="7570"/>
                  </a:cubicBezTo>
                  <a:cubicBezTo>
                    <a:pt x="14430" y="7981"/>
                    <a:pt x="13954" y="8404"/>
                    <a:pt x="13478" y="8817"/>
                  </a:cubicBezTo>
                  <a:lnTo>
                    <a:pt x="12062" y="10022"/>
                  </a:lnTo>
                  <a:cubicBezTo>
                    <a:pt x="11618" y="10445"/>
                    <a:pt x="11111" y="10857"/>
                    <a:pt x="10645" y="11237"/>
                  </a:cubicBezTo>
                  <a:cubicBezTo>
                    <a:pt x="10169" y="11650"/>
                    <a:pt x="9694" y="12041"/>
                    <a:pt x="9197" y="12421"/>
                  </a:cubicBezTo>
                  <a:lnTo>
                    <a:pt x="7749" y="13605"/>
                  </a:lnTo>
                  <a:cubicBezTo>
                    <a:pt x="7242" y="13954"/>
                    <a:pt x="6766" y="14345"/>
                    <a:pt x="6269" y="14726"/>
                  </a:cubicBezTo>
                  <a:cubicBezTo>
                    <a:pt x="4261" y="16174"/>
                    <a:pt x="2220" y="17591"/>
                    <a:pt x="0" y="18838"/>
                  </a:cubicBezTo>
                  <a:cubicBezTo>
                    <a:pt x="2421" y="18035"/>
                    <a:pt x="4673" y="16830"/>
                    <a:pt x="6798" y="15498"/>
                  </a:cubicBezTo>
                  <a:cubicBezTo>
                    <a:pt x="8933" y="14134"/>
                    <a:pt x="10909" y="12569"/>
                    <a:pt x="12854" y="10941"/>
                  </a:cubicBezTo>
                  <a:cubicBezTo>
                    <a:pt x="14778" y="9313"/>
                    <a:pt x="16586" y="7570"/>
                    <a:pt x="18330" y="5740"/>
                  </a:cubicBezTo>
                  <a:cubicBezTo>
                    <a:pt x="20043" y="3912"/>
                    <a:pt x="21724" y="2019"/>
                    <a:pt x="2320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" name="Google Shape;213;p30"/>
            <p:cNvSpPr/>
            <p:nvPr/>
          </p:nvSpPr>
          <p:spPr>
            <a:xfrm>
              <a:off x="4653175" y="3662363"/>
              <a:ext cx="213575" cy="230450"/>
            </a:xfrm>
            <a:custGeom>
              <a:rect b="b" l="l" r="r" t="t"/>
              <a:pathLst>
                <a:path extrusionOk="0" h="9218" w="8543">
                  <a:moveTo>
                    <a:pt x="8542" y="0"/>
                  </a:moveTo>
                  <a:lnTo>
                    <a:pt x="8542" y="0"/>
                  </a:lnTo>
                  <a:cubicBezTo>
                    <a:pt x="7981" y="940"/>
                    <a:pt x="7337" y="1744"/>
                    <a:pt x="6650" y="2568"/>
                  </a:cubicBezTo>
                  <a:cubicBezTo>
                    <a:pt x="6005" y="3393"/>
                    <a:pt x="5329" y="4165"/>
                    <a:pt x="4610" y="4936"/>
                  </a:cubicBezTo>
                  <a:cubicBezTo>
                    <a:pt x="3901" y="5697"/>
                    <a:pt x="3193" y="6469"/>
                    <a:pt x="2432" y="7177"/>
                  </a:cubicBezTo>
                  <a:cubicBezTo>
                    <a:pt x="1660" y="7917"/>
                    <a:pt x="889" y="8573"/>
                    <a:pt x="1" y="9218"/>
                  </a:cubicBezTo>
                  <a:cubicBezTo>
                    <a:pt x="1100" y="9038"/>
                    <a:pt x="2104" y="8541"/>
                    <a:pt x="3013" y="7917"/>
                  </a:cubicBezTo>
                  <a:cubicBezTo>
                    <a:pt x="3933" y="7294"/>
                    <a:pt x="4758" y="6564"/>
                    <a:pt x="5498" y="5761"/>
                  </a:cubicBezTo>
                  <a:cubicBezTo>
                    <a:pt x="6238" y="4936"/>
                    <a:pt x="6893" y="4048"/>
                    <a:pt x="7453" y="3097"/>
                  </a:cubicBezTo>
                  <a:cubicBezTo>
                    <a:pt x="7981" y="2157"/>
                    <a:pt x="8458" y="1121"/>
                    <a:pt x="854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" name="Google Shape;214;p30"/>
            <p:cNvSpPr/>
            <p:nvPr/>
          </p:nvSpPr>
          <p:spPr>
            <a:xfrm>
              <a:off x="3649725" y="3512238"/>
              <a:ext cx="1035975" cy="599400"/>
            </a:xfrm>
            <a:custGeom>
              <a:rect b="b" l="l" r="r" t="t"/>
              <a:pathLst>
                <a:path extrusionOk="0" h="23976" w="41439">
                  <a:moveTo>
                    <a:pt x="41439" y="1"/>
                  </a:moveTo>
                  <a:lnTo>
                    <a:pt x="41439" y="1"/>
                  </a:lnTo>
                  <a:cubicBezTo>
                    <a:pt x="38162" y="2273"/>
                    <a:pt x="34853" y="4525"/>
                    <a:pt x="31513" y="6745"/>
                  </a:cubicBezTo>
                  <a:cubicBezTo>
                    <a:pt x="30678" y="7305"/>
                    <a:pt x="29822" y="7866"/>
                    <a:pt x="28997" y="8394"/>
                  </a:cubicBezTo>
                  <a:cubicBezTo>
                    <a:pt x="28173" y="8954"/>
                    <a:pt x="27337" y="9493"/>
                    <a:pt x="26481" y="10022"/>
                  </a:cubicBezTo>
                  <a:lnTo>
                    <a:pt x="23944" y="11618"/>
                  </a:lnTo>
                  <a:lnTo>
                    <a:pt x="21396" y="13182"/>
                  </a:lnTo>
                  <a:cubicBezTo>
                    <a:pt x="20541" y="13722"/>
                    <a:pt x="19684" y="14218"/>
                    <a:pt x="18828" y="14726"/>
                  </a:cubicBezTo>
                  <a:lnTo>
                    <a:pt x="17527" y="15487"/>
                  </a:lnTo>
                  <a:lnTo>
                    <a:pt x="16228" y="16227"/>
                  </a:lnTo>
                  <a:cubicBezTo>
                    <a:pt x="15340" y="16703"/>
                    <a:pt x="14483" y="17210"/>
                    <a:pt x="13595" y="17675"/>
                  </a:cubicBezTo>
                  <a:cubicBezTo>
                    <a:pt x="12707" y="18151"/>
                    <a:pt x="11851" y="18627"/>
                    <a:pt x="10963" y="19102"/>
                  </a:cubicBezTo>
                  <a:cubicBezTo>
                    <a:pt x="7390" y="20899"/>
                    <a:pt x="3785" y="22580"/>
                    <a:pt x="1" y="23976"/>
                  </a:cubicBezTo>
                  <a:cubicBezTo>
                    <a:pt x="3933" y="23055"/>
                    <a:pt x="7718" y="21576"/>
                    <a:pt x="11375" y="19926"/>
                  </a:cubicBezTo>
                  <a:cubicBezTo>
                    <a:pt x="15044" y="18235"/>
                    <a:pt x="18563" y="16290"/>
                    <a:pt x="22020" y="14218"/>
                  </a:cubicBezTo>
                  <a:cubicBezTo>
                    <a:pt x="25445" y="12125"/>
                    <a:pt x="28786" y="9874"/>
                    <a:pt x="32042" y="7506"/>
                  </a:cubicBezTo>
                  <a:cubicBezTo>
                    <a:pt x="35297" y="5148"/>
                    <a:pt x="38458" y="2696"/>
                    <a:pt x="414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" name="Google Shape;215;p30"/>
            <p:cNvSpPr/>
            <p:nvPr/>
          </p:nvSpPr>
          <p:spPr>
            <a:xfrm>
              <a:off x="3767875" y="3566938"/>
              <a:ext cx="614200" cy="330375"/>
            </a:xfrm>
            <a:custGeom>
              <a:rect b="b" l="l" r="r" t="t"/>
              <a:pathLst>
                <a:path extrusionOk="0" h="13215" w="24568">
                  <a:moveTo>
                    <a:pt x="24567" y="1"/>
                  </a:moveTo>
                  <a:lnTo>
                    <a:pt x="24567" y="1"/>
                  </a:lnTo>
                  <a:cubicBezTo>
                    <a:pt x="22590" y="1301"/>
                    <a:pt x="20635" y="2570"/>
                    <a:pt x="18690" y="3848"/>
                  </a:cubicBezTo>
                  <a:cubicBezTo>
                    <a:pt x="17675" y="4461"/>
                    <a:pt x="16702" y="5117"/>
                    <a:pt x="15698" y="5709"/>
                  </a:cubicBezTo>
                  <a:cubicBezTo>
                    <a:pt x="15201" y="6005"/>
                    <a:pt x="14725" y="6322"/>
                    <a:pt x="14218" y="6618"/>
                  </a:cubicBezTo>
                  <a:lnTo>
                    <a:pt x="12717" y="7506"/>
                  </a:lnTo>
                  <a:cubicBezTo>
                    <a:pt x="12209" y="7802"/>
                    <a:pt x="11713" y="8067"/>
                    <a:pt x="11174" y="8363"/>
                  </a:cubicBezTo>
                  <a:cubicBezTo>
                    <a:pt x="10677" y="8637"/>
                    <a:pt x="10170" y="8922"/>
                    <a:pt x="9672" y="9197"/>
                  </a:cubicBezTo>
                  <a:lnTo>
                    <a:pt x="8098" y="9990"/>
                  </a:lnTo>
                  <a:cubicBezTo>
                    <a:pt x="7601" y="10254"/>
                    <a:pt x="7072" y="10498"/>
                    <a:pt x="6533" y="10762"/>
                  </a:cubicBezTo>
                  <a:cubicBezTo>
                    <a:pt x="4440" y="11734"/>
                    <a:pt x="2284" y="12591"/>
                    <a:pt x="1" y="13214"/>
                  </a:cubicBezTo>
                  <a:cubicBezTo>
                    <a:pt x="2368" y="13098"/>
                    <a:pt x="4673" y="12443"/>
                    <a:pt x="6893" y="11618"/>
                  </a:cubicBezTo>
                  <a:cubicBezTo>
                    <a:pt x="9134" y="10794"/>
                    <a:pt x="11237" y="9694"/>
                    <a:pt x="13309" y="8542"/>
                  </a:cubicBezTo>
                  <a:cubicBezTo>
                    <a:pt x="15349" y="7358"/>
                    <a:pt x="17326" y="6026"/>
                    <a:pt x="19218" y="4609"/>
                  </a:cubicBezTo>
                  <a:cubicBezTo>
                    <a:pt x="21079" y="3193"/>
                    <a:pt x="22907" y="1682"/>
                    <a:pt x="2456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" name="Google Shape;216;p30"/>
            <p:cNvSpPr/>
            <p:nvPr/>
          </p:nvSpPr>
          <p:spPr>
            <a:xfrm>
              <a:off x="3610625" y="3470213"/>
              <a:ext cx="724125" cy="422600"/>
            </a:xfrm>
            <a:custGeom>
              <a:rect b="b" l="l" r="r" t="t"/>
              <a:pathLst>
                <a:path extrusionOk="0" h="16904" w="28965">
                  <a:moveTo>
                    <a:pt x="28965" y="1"/>
                  </a:moveTo>
                  <a:cubicBezTo>
                    <a:pt x="26100" y="202"/>
                    <a:pt x="23288" y="910"/>
                    <a:pt x="20571" y="1861"/>
                  </a:cubicBezTo>
                  <a:cubicBezTo>
                    <a:pt x="17876" y="2802"/>
                    <a:pt x="15255" y="4018"/>
                    <a:pt x="12770" y="5497"/>
                  </a:cubicBezTo>
                  <a:cubicBezTo>
                    <a:pt x="10318" y="6999"/>
                    <a:pt x="7918" y="8659"/>
                    <a:pt x="5825" y="10614"/>
                  </a:cubicBezTo>
                  <a:cubicBezTo>
                    <a:pt x="4694" y="11523"/>
                    <a:pt x="3721" y="12591"/>
                    <a:pt x="2749" y="13627"/>
                  </a:cubicBezTo>
                  <a:cubicBezTo>
                    <a:pt x="2210" y="14123"/>
                    <a:pt x="1798" y="14684"/>
                    <a:pt x="1322" y="15255"/>
                  </a:cubicBezTo>
                  <a:cubicBezTo>
                    <a:pt x="888" y="15783"/>
                    <a:pt x="444" y="16343"/>
                    <a:pt x="0" y="16904"/>
                  </a:cubicBezTo>
                  <a:cubicBezTo>
                    <a:pt x="529" y="16428"/>
                    <a:pt x="1058" y="15963"/>
                    <a:pt x="1565" y="15455"/>
                  </a:cubicBezTo>
                  <a:cubicBezTo>
                    <a:pt x="2093" y="14980"/>
                    <a:pt x="2570" y="14483"/>
                    <a:pt x="3129" y="14039"/>
                  </a:cubicBezTo>
                  <a:cubicBezTo>
                    <a:pt x="4229" y="13119"/>
                    <a:pt x="5255" y="12147"/>
                    <a:pt x="6406" y="11322"/>
                  </a:cubicBezTo>
                  <a:lnTo>
                    <a:pt x="7242" y="10667"/>
                  </a:lnTo>
                  <a:cubicBezTo>
                    <a:pt x="7538" y="10466"/>
                    <a:pt x="7802" y="10223"/>
                    <a:pt x="8098" y="10022"/>
                  </a:cubicBezTo>
                  <a:lnTo>
                    <a:pt x="9810" y="8807"/>
                  </a:lnTo>
                  <a:cubicBezTo>
                    <a:pt x="10371" y="8394"/>
                    <a:pt x="10994" y="8034"/>
                    <a:pt x="11586" y="7654"/>
                  </a:cubicBezTo>
                  <a:cubicBezTo>
                    <a:pt x="12178" y="7273"/>
                    <a:pt x="12770" y="6883"/>
                    <a:pt x="13383" y="6533"/>
                  </a:cubicBezTo>
                  <a:lnTo>
                    <a:pt x="15191" y="5466"/>
                  </a:lnTo>
                  <a:lnTo>
                    <a:pt x="17083" y="4525"/>
                  </a:lnTo>
                  <a:cubicBezTo>
                    <a:pt x="18320" y="3870"/>
                    <a:pt x="19620" y="3278"/>
                    <a:pt x="20921" y="2718"/>
                  </a:cubicBezTo>
                  <a:cubicBezTo>
                    <a:pt x="23531" y="1618"/>
                    <a:pt x="26185" y="677"/>
                    <a:pt x="289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" name="Google Shape;217;p30"/>
            <p:cNvSpPr/>
            <p:nvPr/>
          </p:nvSpPr>
          <p:spPr>
            <a:xfrm>
              <a:off x="3353500" y="3827788"/>
              <a:ext cx="2039400" cy="1309475"/>
            </a:xfrm>
            <a:custGeom>
              <a:rect b="b" l="l" r="r" t="t"/>
              <a:pathLst>
                <a:path extrusionOk="0" h="52379" w="81576">
                  <a:moveTo>
                    <a:pt x="67041" y="0"/>
                  </a:moveTo>
                  <a:cubicBezTo>
                    <a:pt x="67041" y="0"/>
                    <a:pt x="60952" y="11977"/>
                    <a:pt x="45159" y="15782"/>
                  </a:cubicBezTo>
                  <a:lnTo>
                    <a:pt x="45159" y="15782"/>
                  </a:lnTo>
                  <a:lnTo>
                    <a:pt x="51903" y="5497"/>
                  </a:lnTo>
                  <a:lnTo>
                    <a:pt x="51903" y="5497"/>
                  </a:lnTo>
                  <a:cubicBezTo>
                    <a:pt x="51903" y="5498"/>
                    <a:pt x="42653" y="12622"/>
                    <a:pt x="29049" y="14990"/>
                  </a:cubicBezTo>
                  <a:lnTo>
                    <a:pt x="34429" y="9313"/>
                  </a:lnTo>
                  <a:lnTo>
                    <a:pt x="34429" y="9313"/>
                  </a:lnTo>
                  <a:cubicBezTo>
                    <a:pt x="34429" y="9313"/>
                    <a:pt x="19535" y="15286"/>
                    <a:pt x="11047" y="16639"/>
                  </a:cubicBezTo>
                  <a:cubicBezTo>
                    <a:pt x="11047" y="16639"/>
                    <a:pt x="9947" y="18478"/>
                    <a:pt x="8838" y="21734"/>
                  </a:cubicBezTo>
                  <a:lnTo>
                    <a:pt x="8774" y="21892"/>
                  </a:lnTo>
                  <a:cubicBezTo>
                    <a:pt x="7431" y="25857"/>
                    <a:pt x="6121" y="31850"/>
                    <a:pt x="6670" y="39113"/>
                  </a:cubicBezTo>
                  <a:cubicBezTo>
                    <a:pt x="3954" y="39789"/>
                    <a:pt x="1797" y="42009"/>
                    <a:pt x="466" y="47093"/>
                  </a:cubicBezTo>
                  <a:cubicBezTo>
                    <a:pt x="0" y="48890"/>
                    <a:pt x="85" y="50666"/>
                    <a:pt x="497" y="52379"/>
                  </a:cubicBezTo>
                  <a:lnTo>
                    <a:pt x="81079" y="52379"/>
                  </a:lnTo>
                  <a:cubicBezTo>
                    <a:pt x="81523" y="50666"/>
                    <a:pt x="81575" y="48890"/>
                    <a:pt x="81110" y="47093"/>
                  </a:cubicBezTo>
                  <a:cubicBezTo>
                    <a:pt x="79630" y="41385"/>
                    <a:pt x="77083" y="39282"/>
                    <a:pt x="73859" y="38932"/>
                  </a:cubicBezTo>
                  <a:cubicBezTo>
                    <a:pt x="73859" y="38932"/>
                    <a:pt x="75021" y="29651"/>
                    <a:pt x="74039" y="19715"/>
                  </a:cubicBezTo>
                  <a:cubicBezTo>
                    <a:pt x="73330" y="12326"/>
                    <a:pt x="71438" y="4556"/>
                    <a:pt x="67041" y="0"/>
                  </a:cubicBezTo>
                  <a:close/>
                </a:path>
              </a:pathLst>
            </a:custGeom>
            <a:solidFill>
              <a:srgbClr val="956B3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" name="Google Shape;218;p30"/>
            <p:cNvSpPr/>
            <p:nvPr/>
          </p:nvSpPr>
          <p:spPr>
            <a:xfrm>
              <a:off x="3708150" y="4589663"/>
              <a:ext cx="413075" cy="394125"/>
            </a:xfrm>
            <a:custGeom>
              <a:rect b="b" l="l" r="r" t="t"/>
              <a:pathLst>
                <a:path extrusionOk="0" h="15765" w="16523">
                  <a:moveTo>
                    <a:pt x="5265" y="1"/>
                  </a:moveTo>
                  <a:lnTo>
                    <a:pt x="5265" y="1"/>
                  </a:lnTo>
                  <a:cubicBezTo>
                    <a:pt x="4694" y="181"/>
                    <a:pt x="4133" y="445"/>
                    <a:pt x="3637" y="741"/>
                  </a:cubicBezTo>
                  <a:cubicBezTo>
                    <a:pt x="2336" y="1481"/>
                    <a:pt x="1300" y="2601"/>
                    <a:pt x="645" y="3965"/>
                  </a:cubicBezTo>
                  <a:cubicBezTo>
                    <a:pt x="32" y="5741"/>
                    <a:pt x="1" y="8278"/>
                    <a:pt x="2009" y="11586"/>
                  </a:cubicBezTo>
                  <a:cubicBezTo>
                    <a:pt x="2505" y="12390"/>
                    <a:pt x="4398" y="15138"/>
                    <a:pt x="8013" y="15667"/>
                  </a:cubicBezTo>
                  <a:cubicBezTo>
                    <a:pt x="8494" y="15734"/>
                    <a:pt x="8948" y="15764"/>
                    <a:pt x="9376" y="15764"/>
                  </a:cubicBezTo>
                  <a:cubicBezTo>
                    <a:pt x="12298" y="15764"/>
                    <a:pt x="13962" y="14355"/>
                    <a:pt x="14450" y="13838"/>
                  </a:cubicBezTo>
                  <a:cubicBezTo>
                    <a:pt x="15042" y="13066"/>
                    <a:pt x="15719" y="11999"/>
                    <a:pt x="16047" y="10498"/>
                  </a:cubicBezTo>
                  <a:cubicBezTo>
                    <a:pt x="16522" y="8342"/>
                    <a:pt x="16078" y="6386"/>
                    <a:pt x="15402" y="4874"/>
                  </a:cubicBezTo>
                  <a:cubicBezTo>
                    <a:pt x="15075" y="4293"/>
                    <a:pt x="14694" y="3701"/>
                    <a:pt x="14271" y="3162"/>
                  </a:cubicBezTo>
                  <a:cubicBezTo>
                    <a:pt x="13774" y="2517"/>
                    <a:pt x="13214" y="1925"/>
                    <a:pt x="12590" y="1417"/>
                  </a:cubicBezTo>
                  <a:cubicBezTo>
                    <a:pt x="12231" y="1153"/>
                    <a:pt x="11850" y="889"/>
                    <a:pt x="11469" y="677"/>
                  </a:cubicBezTo>
                  <a:lnTo>
                    <a:pt x="11469" y="677"/>
                  </a:lnTo>
                  <a:cubicBezTo>
                    <a:pt x="12527" y="1713"/>
                    <a:pt x="13267" y="3193"/>
                    <a:pt x="13383" y="4906"/>
                  </a:cubicBezTo>
                  <a:cubicBezTo>
                    <a:pt x="13658" y="8278"/>
                    <a:pt x="11438" y="11175"/>
                    <a:pt x="8478" y="11386"/>
                  </a:cubicBezTo>
                  <a:cubicBezTo>
                    <a:pt x="8351" y="11396"/>
                    <a:pt x="8225" y="11401"/>
                    <a:pt x="8099" y="11401"/>
                  </a:cubicBezTo>
                  <a:cubicBezTo>
                    <a:pt x="5280" y="11401"/>
                    <a:pt x="2886" y="8938"/>
                    <a:pt x="2632" y="5709"/>
                  </a:cubicBezTo>
                  <a:cubicBezTo>
                    <a:pt x="2453" y="3310"/>
                    <a:pt x="3541" y="1121"/>
                    <a:pt x="52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" name="Google Shape;219;p30"/>
            <p:cNvSpPr/>
            <p:nvPr/>
          </p:nvSpPr>
          <p:spPr>
            <a:xfrm>
              <a:off x="4628075" y="4589663"/>
              <a:ext cx="413350" cy="394125"/>
            </a:xfrm>
            <a:custGeom>
              <a:rect b="b" l="l" r="r" t="t"/>
              <a:pathLst>
                <a:path extrusionOk="0" h="15765" w="16534">
                  <a:moveTo>
                    <a:pt x="11269" y="1"/>
                  </a:moveTo>
                  <a:lnTo>
                    <a:pt x="11269" y="1"/>
                  </a:lnTo>
                  <a:cubicBezTo>
                    <a:pt x="12981" y="1121"/>
                    <a:pt x="14070" y="3310"/>
                    <a:pt x="13901" y="5709"/>
                  </a:cubicBezTo>
                  <a:cubicBezTo>
                    <a:pt x="13638" y="8938"/>
                    <a:pt x="11243" y="11401"/>
                    <a:pt x="8424" y="11401"/>
                  </a:cubicBezTo>
                  <a:cubicBezTo>
                    <a:pt x="8298" y="11401"/>
                    <a:pt x="8172" y="11396"/>
                    <a:pt x="8045" y="11386"/>
                  </a:cubicBezTo>
                  <a:cubicBezTo>
                    <a:pt x="5085" y="11175"/>
                    <a:pt x="2876" y="8278"/>
                    <a:pt x="3140" y="4906"/>
                  </a:cubicBezTo>
                  <a:cubicBezTo>
                    <a:pt x="3256" y="3193"/>
                    <a:pt x="3996" y="1713"/>
                    <a:pt x="5064" y="677"/>
                  </a:cubicBezTo>
                  <a:lnTo>
                    <a:pt x="5064" y="677"/>
                  </a:lnTo>
                  <a:cubicBezTo>
                    <a:pt x="4673" y="889"/>
                    <a:pt x="4292" y="1153"/>
                    <a:pt x="3933" y="1417"/>
                  </a:cubicBezTo>
                  <a:cubicBezTo>
                    <a:pt x="3319" y="1925"/>
                    <a:pt x="2749" y="2517"/>
                    <a:pt x="2252" y="3162"/>
                  </a:cubicBezTo>
                  <a:cubicBezTo>
                    <a:pt x="1840" y="3701"/>
                    <a:pt x="1449" y="4293"/>
                    <a:pt x="1132" y="4874"/>
                  </a:cubicBezTo>
                  <a:cubicBezTo>
                    <a:pt x="444" y="6386"/>
                    <a:pt x="0" y="8342"/>
                    <a:pt x="476" y="10498"/>
                  </a:cubicBezTo>
                  <a:cubicBezTo>
                    <a:pt x="804" y="11999"/>
                    <a:pt x="1480" y="13066"/>
                    <a:pt x="2072" y="13838"/>
                  </a:cubicBezTo>
                  <a:cubicBezTo>
                    <a:pt x="2561" y="14355"/>
                    <a:pt x="4225" y="15764"/>
                    <a:pt x="7154" y="15764"/>
                  </a:cubicBezTo>
                  <a:cubicBezTo>
                    <a:pt x="7583" y="15764"/>
                    <a:pt x="8038" y="15734"/>
                    <a:pt x="8520" y="15667"/>
                  </a:cubicBezTo>
                  <a:cubicBezTo>
                    <a:pt x="12125" y="15138"/>
                    <a:pt x="14017" y="12390"/>
                    <a:pt x="14514" y="11586"/>
                  </a:cubicBezTo>
                  <a:cubicBezTo>
                    <a:pt x="16533" y="8278"/>
                    <a:pt x="16502" y="5741"/>
                    <a:pt x="15878" y="3965"/>
                  </a:cubicBezTo>
                  <a:cubicBezTo>
                    <a:pt x="15222" y="2601"/>
                    <a:pt x="14197" y="1481"/>
                    <a:pt x="12897" y="741"/>
                  </a:cubicBezTo>
                  <a:cubicBezTo>
                    <a:pt x="12389" y="445"/>
                    <a:pt x="11829" y="181"/>
                    <a:pt x="1126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" name="Google Shape;220;p30"/>
            <p:cNvSpPr/>
            <p:nvPr/>
          </p:nvSpPr>
          <p:spPr>
            <a:xfrm>
              <a:off x="3713975" y="4238613"/>
              <a:ext cx="393250" cy="170075"/>
            </a:xfrm>
            <a:custGeom>
              <a:rect b="b" l="l" r="r" t="t"/>
              <a:pathLst>
                <a:path extrusionOk="0" h="6803" w="15730">
                  <a:moveTo>
                    <a:pt x="9199" y="1"/>
                  </a:moveTo>
                  <a:cubicBezTo>
                    <a:pt x="8425" y="1"/>
                    <a:pt x="7676" y="140"/>
                    <a:pt x="6945" y="333"/>
                  </a:cubicBezTo>
                  <a:cubicBezTo>
                    <a:pt x="5317" y="798"/>
                    <a:pt x="3900" y="1749"/>
                    <a:pt x="2749" y="2901"/>
                  </a:cubicBezTo>
                  <a:cubicBezTo>
                    <a:pt x="2040" y="3578"/>
                    <a:pt x="1417" y="4350"/>
                    <a:pt x="919" y="5174"/>
                  </a:cubicBezTo>
                  <a:cubicBezTo>
                    <a:pt x="909" y="5184"/>
                    <a:pt x="909" y="5184"/>
                    <a:pt x="909" y="5195"/>
                  </a:cubicBezTo>
                  <a:cubicBezTo>
                    <a:pt x="560" y="5724"/>
                    <a:pt x="264" y="6242"/>
                    <a:pt x="0" y="6802"/>
                  </a:cubicBezTo>
                  <a:cubicBezTo>
                    <a:pt x="529" y="6242"/>
                    <a:pt x="1067" y="5682"/>
                    <a:pt x="1596" y="5142"/>
                  </a:cubicBezTo>
                  <a:cubicBezTo>
                    <a:pt x="2188" y="4614"/>
                    <a:pt x="2749" y="4085"/>
                    <a:pt x="3372" y="3578"/>
                  </a:cubicBezTo>
                  <a:cubicBezTo>
                    <a:pt x="4556" y="2637"/>
                    <a:pt x="5888" y="1897"/>
                    <a:pt x="7273" y="1485"/>
                  </a:cubicBezTo>
                  <a:cubicBezTo>
                    <a:pt x="8053" y="1252"/>
                    <a:pt x="8875" y="1141"/>
                    <a:pt x="9702" y="1141"/>
                  </a:cubicBezTo>
                  <a:cubicBezTo>
                    <a:pt x="10342" y="1141"/>
                    <a:pt x="10986" y="1208"/>
                    <a:pt x="11617" y="1337"/>
                  </a:cubicBezTo>
                  <a:cubicBezTo>
                    <a:pt x="12357" y="1506"/>
                    <a:pt x="13066" y="1749"/>
                    <a:pt x="13742" y="2045"/>
                  </a:cubicBezTo>
                  <a:cubicBezTo>
                    <a:pt x="14461" y="2373"/>
                    <a:pt x="15138" y="2753"/>
                    <a:pt x="15730" y="3282"/>
                  </a:cubicBezTo>
                  <a:cubicBezTo>
                    <a:pt x="15317" y="2574"/>
                    <a:pt x="14694" y="2045"/>
                    <a:pt x="14038" y="1538"/>
                  </a:cubicBezTo>
                  <a:cubicBezTo>
                    <a:pt x="13393" y="1094"/>
                    <a:pt x="12653" y="713"/>
                    <a:pt x="11882" y="449"/>
                  </a:cubicBezTo>
                  <a:cubicBezTo>
                    <a:pt x="11088" y="185"/>
                    <a:pt x="10254" y="37"/>
                    <a:pt x="9429" y="5"/>
                  </a:cubicBezTo>
                  <a:cubicBezTo>
                    <a:pt x="9352" y="2"/>
                    <a:pt x="9276" y="1"/>
                    <a:pt x="9199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" name="Google Shape;221;p30"/>
            <p:cNvSpPr/>
            <p:nvPr/>
          </p:nvSpPr>
          <p:spPr>
            <a:xfrm>
              <a:off x="4625175" y="4228413"/>
              <a:ext cx="392450" cy="169950"/>
            </a:xfrm>
            <a:custGeom>
              <a:rect b="b" l="l" r="r" t="t"/>
              <a:pathLst>
                <a:path extrusionOk="0" h="6798" w="15698">
                  <a:moveTo>
                    <a:pt x="6301" y="1"/>
                  </a:moveTo>
                  <a:cubicBezTo>
                    <a:pt x="5434" y="32"/>
                    <a:pt x="4609" y="170"/>
                    <a:pt x="3837" y="445"/>
                  </a:cubicBezTo>
                  <a:cubicBezTo>
                    <a:pt x="3045" y="709"/>
                    <a:pt x="2336" y="1089"/>
                    <a:pt x="1660" y="1565"/>
                  </a:cubicBezTo>
                  <a:cubicBezTo>
                    <a:pt x="1004" y="2041"/>
                    <a:pt x="381" y="2569"/>
                    <a:pt x="0" y="3278"/>
                  </a:cubicBezTo>
                  <a:cubicBezTo>
                    <a:pt x="592" y="2749"/>
                    <a:pt x="1269" y="2358"/>
                    <a:pt x="1956" y="2062"/>
                  </a:cubicBezTo>
                  <a:cubicBezTo>
                    <a:pt x="2632" y="1745"/>
                    <a:pt x="3372" y="1502"/>
                    <a:pt x="4081" y="1333"/>
                  </a:cubicBezTo>
                  <a:cubicBezTo>
                    <a:pt x="4733" y="1202"/>
                    <a:pt x="5383" y="1133"/>
                    <a:pt x="6026" y="1133"/>
                  </a:cubicBezTo>
                  <a:cubicBezTo>
                    <a:pt x="6841" y="1133"/>
                    <a:pt x="7645" y="1244"/>
                    <a:pt x="8425" y="1481"/>
                  </a:cubicBezTo>
                  <a:cubicBezTo>
                    <a:pt x="9841" y="1893"/>
                    <a:pt x="11142" y="2633"/>
                    <a:pt x="12326" y="3574"/>
                  </a:cubicBezTo>
                  <a:cubicBezTo>
                    <a:pt x="12505" y="3722"/>
                    <a:pt x="12685" y="3870"/>
                    <a:pt x="12855" y="4018"/>
                  </a:cubicBezTo>
                  <a:cubicBezTo>
                    <a:pt x="13837" y="4874"/>
                    <a:pt x="14778" y="5825"/>
                    <a:pt x="15698" y="6798"/>
                  </a:cubicBezTo>
                  <a:cubicBezTo>
                    <a:pt x="15233" y="5815"/>
                    <a:pt x="14662" y="4895"/>
                    <a:pt x="14006" y="4049"/>
                  </a:cubicBezTo>
                  <a:lnTo>
                    <a:pt x="13996" y="4049"/>
                  </a:lnTo>
                  <a:cubicBezTo>
                    <a:pt x="13985" y="4028"/>
                    <a:pt x="13964" y="4007"/>
                    <a:pt x="13954" y="3986"/>
                  </a:cubicBezTo>
                  <a:cubicBezTo>
                    <a:pt x="13626" y="3605"/>
                    <a:pt x="13299" y="3246"/>
                    <a:pt x="12949" y="2897"/>
                  </a:cubicBezTo>
                  <a:cubicBezTo>
                    <a:pt x="11819" y="1745"/>
                    <a:pt x="10370" y="793"/>
                    <a:pt x="8774" y="318"/>
                  </a:cubicBezTo>
                  <a:cubicBezTo>
                    <a:pt x="7981" y="117"/>
                    <a:pt x="7125" y="1"/>
                    <a:pt x="6301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" name="Google Shape;222;p30"/>
            <p:cNvSpPr/>
            <p:nvPr/>
          </p:nvSpPr>
          <p:spPr>
            <a:xfrm>
              <a:off x="3769450" y="4569738"/>
              <a:ext cx="280175" cy="304950"/>
            </a:xfrm>
            <a:custGeom>
              <a:rect b="b" l="l" r="r" t="t"/>
              <a:pathLst>
                <a:path extrusionOk="0" h="12198" w="11207">
                  <a:moveTo>
                    <a:pt x="5363" y="0"/>
                  </a:moveTo>
                  <a:cubicBezTo>
                    <a:pt x="5281" y="0"/>
                    <a:pt x="5199" y="2"/>
                    <a:pt x="5117" y="5"/>
                  </a:cubicBezTo>
                  <a:cubicBezTo>
                    <a:pt x="4937" y="27"/>
                    <a:pt x="4726" y="58"/>
                    <a:pt x="4546" y="90"/>
                  </a:cubicBezTo>
                  <a:cubicBezTo>
                    <a:pt x="3933" y="206"/>
                    <a:pt x="3341" y="471"/>
                    <a:pt x="2813" y="798"/>
                  </a:cubicBezTo>
                  <a:cubicBezTo>
                    <a:pt x="1089" y="1918"/>
                    <a:pt x="1" y="4107"/>
                    <a:pt x="180" y="6506"/>
                  </a:cubicBezTo>
                  <a:cubicBezTo>
                    <a:pt x="434" y="9735"/>
                    <a:pt x="2828" y="12198"/>
                    <a:pt x="5647" y="12198"/>
                  </a:cubicBezTo>
                  <a:cubicBezTo>
                    <a:pt x="5773" y="12198"/>
                    <a:pt x="5899" y="12193"/>
                    <a:pt x="6026" y="12183"/>
                  </a:cubicBezTo>
                  <a:cubicBezTo>
                    <a:pt x="8986" y="11972"/>
                    <a:pt x="11206" y="9075"/>
                    <a:pt x="10931" y="5703"/>
                  </a:cubicBezTo>
                  <a:cubicBezTo>
                    <a:pt x="10815" y="3990"/>
                    <a:pt x="10075" y="2510"/>
                    <a:pt x="9017" y="1474"/>
                  </a:cubicBezTo>
                  <a:cubicBezTo>
                    <a:pt x="8510" y="1009"/>
                    <a:pt x="7918" y="619"/>
                    <a:pt x="7305" y="354"/>
                  </a:cubicBezTo>
                  <a:cubicBezTo>
                    <a:pt x="6692" y="118"/>
                    <a:pt x="6038" y="0"/>
                    <a:pt x="536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" name="Google Shape;223;p30"/>
            <p:cNvSpPr/>
            <p:nvPr/>
          </p:nvSpPr>
          <p:spPr>
            <a:xfrm>
              <a:off x="3664525" y="4561163"/>
              <a:ext cx="433725" cy="160150"/>
            </a:xfrm>
            <a:custGeom>
              <a:rect b="b" l="l" r="r" t="t"/>
              <a:pathLst>
                <a:path extrusionOk="0" h="6406" w="17349">
                  <a:moveTo>
                    <a:pt x="9456" y="1"/>
                  </a:moveTo>
                  <a:cubicBezTo>
                    <a:pt x="8768" y="1"/>
                    <a:pt x="8069" y="94"/>
                    <a:pt x="7390" y="253"/>
                  </a:cubicBezTo>
                  <a:cubicBezTo>
                    <a:pt x="6566" y="496"/>
                    <a:pt x="5730" y="877"/>
                    <a:pt x="5022" y="1352"/>
                  </a:cubicBezTo>
                  <a:cubicBezTo>
                    <a:pt x="4198" y="1913"/>
                    <a:pt x="3521" y="2621"/>
                    <a:pt x="3014" y="3445"/>
                  </a:cubicBezTo>
                  <a:cubicBezTo>
                    <a:pt x="2749" y="3414"/>
                    <a:pt x="2453" y="3329"/>
                    <a:pt x="2189" y="3213"/>
                  </a:cubicBezTo>
                  <a:cubicBezTo>
                    <a:pt x="1894" y="3118"/>
                    <a:pt x="1598" y="2970"/>
                    <a:pt x="1333" y="2822"/>
                  </a:cubicBezTo>
                  <a:cubicBezTo>
                    <a:pt x="1058" y="2653"/>
                    <a:pt x="794" y="2441"/>
                    <a:pt x="593" y="2240"/>
                  </a:cubicBezTo>
                  <a:cubicBezTo>
                    <a:pt x="350" y="1997"/>
                    <a:pt x="181" y="1733"/>
                    <a:pt x="1" y="1437"/>
                  </a:cubicBezTo>
                  <a:lnTo>
                    <a:pt x="1" y="1437"/>
                  </a:lnTo>
                  <a:cubicBezTo>
                    <a:pt x="118" y="1765"/>
                    <a:pt x="233" y="2061"/>
                    <a:pt x="414" y="2357"/>
                  </a:cubicBezTo>
                  <a:cubicBezTo>
                    <a:pt x="614" y="2621"/>
                    <a:pt x="825" y="2917"/>
                    <a:pt x="1090" y="3118"/>
                  </a:cubicBezTo>
                  <a:cubicBezTo>
                    <a:pt x="1333" y="3361"/>
                    <a:pt x="1629" y="3562"/>
                    <a:pt x="1894" y="3773"/>
                  </a:cubicBezTo>
                  <a:cubicBezTo>
                    <a:pt x="2157" y="3921"/>
                    <a:pt x="2390" y="4037"/>
                    <a:pt x="2655" y="4154"/>
                  </a:cubicBezTo>
                  <a:cubicBezTo>
                    <a:pt x="2453" y="4598"/>
                    <a:pt x="2305" y="5042"/>
                    <a:pt x="2211" y="5517"/>
                  </a:cubicBezTo>
                  <a:cubicBezTo>
                    <a:pt x="2274" y="5369"/>
                    <a:pt x="2337" y="5253"/>
                    <a:pt x="2390" y="5105"/>
                  </a:cubicBezTo>
                  <a:cubicBezTo>
                    <a:pt x="3045" y="3741"/>
                    <a:pt x="4081" y="2621"/>
                    <a:pt x="5382" y="1881"/>
                  </a:cubicBezTo>
                  <a:cubicBezTo>
                    <a:pt x="5878" y="1585"/>
                    <a:pt x="6439" y="1321"/>
                    <a:pt x="7010" y="1141"/>
                  </a:cubicBezTo>
                  <a:cubicBezTo>
                    <a:pt x="7538" y="814"/>
                    <a:pt x="8130" y="549"/>
                    <a:pt x="8743" y="433"/>
                  </a:cubicBezTo>
                  <a:cubicBezTo>
                    <a:pt x="8923" y="401"/>
                    <a:pt x="9134" y="370"/>
                    <a:pt x="9314" y="348"/>
                  </a:cubicBezTo>
                  <a:cubicBezTo>
                    <a:pt x="9396" y="345"/>
                    <a:pt x="9478" y="343"/>
                    <a:pt x="9560" y="343"/>
                  </a:cubicBezTo>
                  <a:cubicBezTo>
                    <a:pt x="10235" y="343"/>
                    <a:pt x="10889" y="461"/>
                    <a:pt x="11502" y="697"/>
                  </a:cubicBezTo>
                  <a:cubicBezTo>
                    <a:pt x="12115" y="962"/>
                    <a:pt x="12707" y="1352"/>
                    <a:pt x="13214" y="1817"/>
                  </a:cubicBezTo>
                  <a:cubicBezTo>
                    <a:pt x="13595" y="2029"/>
                    <a:pt x="13976" y="2293"/>
                    <a:pt x="14335" y="2557"/>
                  </a:cubicBezTo>
                  <a:cubicBezTo>
                    <a:pt x="14959" y="3065"/>
                    <a:pt x="15519" y="3657"/>
                    <a:pt x="16016" y="4302"/>
                  </a:cubicBezTo>
                  <a:cubicBezTo>
                    <a:pt x="16439" y="4841"/>
                    <a:pt x="16820" y="5433"/>
                    <a:pt x="17147" y="6014"/>
                  </a:cubicBezTo>
                  <a:cubicBezTo>
                    <a:pt x="17231" y="6141"/>
                    <a:pt x="17295" y="6289"/>
                    <a:pt x="17348" y="6405"/>
                  </a:cubicBezTo>
                  <a:cubicBezTo>
                    <a:pt x="17147" y="5602"/>
                    <a:pt x="16787" y="4809"/>
                    <a:pt x="16343" y="4101"/>
                  </a:cubicBezTo>
                  <a:cubicBezTo>
                    <a:pt x="15899" y="3361"/>
                    <a:pt x="15371" y="2684"/>
                    <a:pt x="14716" y="2092"/>
                  </a:cubicBezTo>
                  <a:cubicBezTo>
                    <a:pt x="13447" y="908"/>
                    <a:pt x="11767" y="168"/>
                    <a:pt x="9991" y="20"/>
                  </a:cubicBezTo>
                  <a:cubicBezTo>
                    <a:pt x="9814" y="7"/>
                    <a:pt x="9635" y="1"/>
                    <a:pt x="945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" name="Google Shape;224;p30"/>
            <p:cNvSpPr/>
            <p:nvPr/>
          </p:nvSpPr>
          <p:spPr>
            <a:xfrm>
              <a:off x="4699950" y="4569738"/>
              <a:ext cx="279900" cy="304950"/>
            </a:xfrm>
            <a:custGeom>
              <a:rect b="b" l="l" r="r" t="t"/>
              <a:pathLst>
                <a:path extrusionOk="0" h="12198" w="11196">
                  <a:moveTo>
                    <a:pt x="5841" y="0"/>
                  </a:moveTo>
                  <a:cubicBezTo>
                    <a:pt x="5159" y="0"/>
                    <a:pt x="4505" y="118"/>
                    <a:pt x="3902" y="354"/>
                  </a:cubicBezTo>
                  <a:cubicBezTo>
                    <a:pt x="3277" y="619"/>
                    <a:pt x="2685" y="1009"/>
                    <a:pt x="2189" y="1474"/>
                  </a:cubicBezTo>
                  <a:cubicBezTo>
                    <a:pt x="1121" y="2510"/>
                    <a:pt x="381" y="3990"/>
                    <a:pt x="265" y="5703"/>
                  </a:cubicBezTo>
                  <a:cubicBezTo>
                    <a:pt x="1" y="9075"/>
                    <a:pt x="2210" y="11972"/>
                    <a:pt x="5170" y="12183"/>
                  </a:cubicBezTo>
                  <a:cubicBezTo>
                    <a:pt x="5297" y="12193"/>
                    <a:pt x="5423" y="12198"/>
                    <a:pt x="5549" y="12198"/>
                  </a:cubicBezTo>
                  <a:cubicBezTo>
                    <a:pt x="8368" y="12198"/>
                    <a:pt x="10763" y="9735"/>
                    <a:pt x="11026" y="6506"/>
                  </a:cubicBezTo>
                  <a:cubicBezTo>
                    <a:pt x="11195" y="4107"/>
                    <a:pt x="10106" y="1918"/>
                    <a:pt x="8394" y="798"/>
                  </a:cubicBezTo>
                  <a:cubicBezTo>
                    <a:pt x="7855" y="471"/>
                    <a:pt x="7273" y="206"/>
                    <a:pt x="6650" y="90"/>
                  </a:cubicBezTo>
                  <a:cubicBezTo>
                    <a:pt x="6470" y="58"/>
                    <a:pt x="6258" y="27"/>
                    <a:pt x="6089" y="5"/>
                  </a:cubicBezTo>
                  <a:cubicBezTo>
                    <a:pt x="6006" y="2"/>
                    <a:pt x="5923" y="0"/>
                    <a:pt x="584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" name="Google Shape;225;p30"/>
            <p:cNvSpPr/>
            <p:nvPr/>
          </p:nvSpPr>
          <p:spPr>
            <a:xfrm>
              <a:off x="4651075" y="4561163"/>
              <a:ext cx="433950" cy="160150"/>
            </a:xfrm>
            <a:custGeom>
              <a:rect b="b" l="l" r="r" t="t"/>
              <a:pathLst>
                <a:path extrusionOk="0" h="6406" w="17358">
                  <a:moveTo>
                    <a:pt x="7892" y="1"/>
                  </a:moveTo>
                  <a:cubicBezTo>
                    <a:pt x="7713" y="1"/>
                    <a:pt x="7535" y="7"/>
                    <a:pt x="7358" y="20"/>
                  </a:cubicBezTo>
                  <a:cubicBezTo>
                    <a:pt x="5592" y="168"/>
                    <a:pt x="3901" y="908"/>
                    <a:pt x="2632" y="2092"/>
                  </a:cubicBezTo>
                  <a:cubicBezTo>
                    <a:pt x="1977" y="2684"/>
                    <a:pt x="1448" y="3361"/>
                    <a:pt x="1004" y="4101"/>
                  </a:cubicBezTo>
                  <a:cubicBezTo>
                    <a:pt x="560" y="4809"/>
                    <a:pt x="212" y="5602"/>
                    <a:pt x="0" y="6405"/>
                  </a:cubicBezTo>
                  <a:cubicBezTo>
                    <a:pt x="64" y="6289"/>
                    <a:pt x="116" y="6141"/>
                    <a:pt x="212" y="6014"/>
                  </a:cubicBezTo>
                  <a:cubicBezTo>
                    <a:pt x="529" y="5433"/>
                    <a:pt x="920" y="4841"/>
                    <a:pt x="1332" y="4302"/>
                  </a:cubicBezTo>
                  <a:cubicBezTo>
                    <a:pt x="1829" y="3657"/>
                    <a:pt x="2399" y="3065"/>
                    <a:pt x="3013" y="2557"/>
                  </a:cubicBezTo>
                  <a:cubicBezTo>
                    <a:pt x="3372" y="2293"/>
                    <a:pt x="3753" y="2029"/>
                    <a:pt x="4144" y="1817"/>
                  </a:cubicBezTo>
                  <a:cubicBezTo>
                    <a:pt x="4640" y="1352"/>
                    <a:pt x="5232" y="962"/>
                    <a:pt x="5857" y="697"/>
                  </a:cubicBezTo>
                  <a:cubicBezTo>
                    <a:pt x="6460" y="461"/>
                    <a:pt x="7114" y="343"/>
                    <a:pt x="7796" y="343"/>
                  </a:cubicBezTo>
                  <a:cubicBezTo>
                    <a:pt x="7878" y="343"/>
                    <a:pt x="7961" y="345"/>
                    <a:pt x="8044" y="348"/>
                  </a:cubicBezTo>
                  <a:cubicBezTo>
                    <a:pt x="8213" y="370"/>
                    <a:pt x="8425" y="401"/>
                    <a:pt x="8605" y="433"/>
                  </a:cubicBezTo>
                  <a:cubicBezTo>
                    <a:pt x="9228" y="549"/>
                    <a:pt x="9810" y="814"/>
                    <a:pt x="10349" y="1141"/>
                  </a:cubicBezTo>
                  <a:cubicBezTo>
                    <a:pt x="10909" y="1321"/>
                    <a:pt x="11469" y="1585"/>
                    <a:pt x="11977" y="1881"/>
                  </a:cubicBezTo>
                  <a:cubicBezTo>
                    <a:pt x="13277" y="2621"/>
                    <a:pt x="14302" y="3741"/>
                    <a:pt x="14958" y="5105"/>
                  </a:cubicBezTo>
                  <a:cubicBezTo>
                    <a:pt x="15021" y="5253"/>
                    <a:pt x="15074" y="5369"/>
                    <a:pt x="15138" y="5517"/>
                  </a:cubicBezTo>
                  <a:cubicBezTo>
                    <a:pt x="15042" y="5042"/>
                    <a:pt x="14894" y="4598"/>
                    <a:pt x="14694" y="4154"/>
                  </a:cubicBezTo>
                  <a:cubicBezTo>
                    <a:pt x="14958" y="4037"/>
                    <a:pt x="15190" y="3921"/>
                    <a:pt x="15465" y="3773"/>
                  </a:cubicBezTo>
                  <a:cubicBezTo>
                    <a:pt x="15730" y="3562"/>
                    <a:pt x="16026" y="3361"/>
                    <a:pt x="16258" y="3118"/>
                  </a:cubicBezTo>
                  <a:cubicBezTo>
                    <a:pt x="16522" y="2917"/>
                    <a:pt x="16734" y="2621"/>
                    <a:pt x="16935" y="2357"/>
                  </a:cubicBezTo>
                  <a:cubicBezTo>
                    <a:pt x="17114" y="2061"/>
                    <a:pt x="17231" y="1765"/>
                    <a:pt x="17358" y="1437"/>
                  </a:cubicBezTo>
                  <a:lnTo>
                    <a:pt x="17358" y="1437"/>
                  </a:lnTo>
                  <a:cubicBezTo>
                    <a:pt x="17178" y="1733"/>
                    <a:pt x="16998" y="1997"/>
                    <a:pt x="16766" y="2240"/>
                  </a:cubicBezTo>
                  <a:cubicBezTo>
                    <a:pt x="16554" y="2441"/>
                    <a:pt x="16290" y="2653"/>
                    <a:pt x="16026" y="2822"/>
                  </a:cubicBezTo>
                  <a:cubicBezTo>
                    <a:pt x="15761" y="2970"/>
                    <a:pt x="15465" y="3118"/>
                    <a:pt x="15169" y="3213"/>
                  </a:cubicBezTo>
                  <a:cubicBezTo>
                    <a:pt x="14894" y="3329"/>
                    <a:pt x="14598" y="3414"/>
                    <a:pt x="14334" y="3445"/>
                  </a:cubicBezTo>
                  <a:cubicBezTo>
                    <a:pt x="13837" y="2621"/>
                    <a:pt x="13150" y="1913"/>
                    <a:pt x="12326" y="1352"/>
                  </a:cubicBezTo>
                  <a:cubicBezTo>
                    <a:pt x="11617" y="877"/>
                    <a:pt x="10793" y="496"/>
                    <a:pt x="9958" y="253"/>
                  </a:cubicBezTo>
                  <a:cubicBezTo>
                    <a:pt x="9279" y="94"/>
                    <a:pt x="8579" y="1"/>
                    <a:pt x="789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" name="Google Shape;226;p30"/>
            <p:cNvSpPr/>
            <p:nvPr/>
          </p:nvSpPr>
          <p:spPr>
            <a:xfrm>
              <a:off x="3395500" y="4899763"/>
              <a:ext cx="191375" cy="237500"/>
            </a:xfrm>
            <a:custGeom>
              <a:rect b="b" l="l" r="r" t="t"/>
              <a:pathLst>
                <a:path extrusionOk="0" h="9500" w="7655">
                  <a:moveTo>
                    <a:pt x="3464" y="0"/>
                  </a:moveTo>
                  <a:cubicBezTo>
                    <a:pt x="2794" y="0"/>
                    <a:pt x="2157" y="282"/>
                    <a:pt x="1713" y="726"/>
                  </a:cubicBezTo>
                  <a:cubicBezTo>
                    <a:pt x="1217" y="1223"/>
                    <a:pt x="889" y="1846"/>
                    <a:pt x="646" y="2470"/>
                  </a:cubicBezTo>
                  <a:cubicBezTo>
                    <a:pt x="413" y="3084"/>
                    <a:pt x="233" y="3739"/>
                    <a:pt x="149" y="4362"/>
                  </a:cubicBezTo>
                  <a:cubicBezTo>
                    <a:pt x="64" y="5007"/>
                    <a:pt x="1" y="5663"/>
                    <a:pt x="1" y="6307"/>
                  </a:cubicBezTo>
                  <a:cubicBezTo>
                    <a:pt x="233" y="5039"/>
                    <a:pt x="561" y="3791"/>
                    <a:pt x="1090" y="2640"/>
                  </a:cubicBezTo>
                  <a:cubicBezTo>
                    <a:pt x="1365" y="2111"/>
                    <a:pt x="1713" y="1582"/>
                    <a:pt x="2157" y="1191"/>
                  </a:cubicBezTo>
                  <a:cubicBezTo>
                    <a:pt x="2515" y="889"/>
                    <a:pt x="2984" y="713"/>
                    <a:pt x="3453" y="713"/>
                  </a:cubicBezTo>
                  <a:cubicBezTo>
                    <a:pt x="3525" y="713"/>
                    <a:pt x="3598" y="717"/>
                    <a:pt x="3669" y="726"/>
                  </a:cubicBezTo>
                  <a:cubicBezTo>
                    <a:pt x="4166" y="810"/>
                    <a:pt x="4610" y="1170"/>
                    <a:pt x="4990" y="1635"/>
                  </a:cubicBezTo>
                  <a:cubicBezTo>
                    <a:pt x="5350" y="2111"/>
                    <a:pt x="5614" y="2640"/>
                    <a:pt x="5878" y="3232"/>
                  </a:cubicBezTo>
                  <a:cubicBezTo>
                    <a:pt x="6122" y="3791"/>
                    <a:pt x="6322" y="4383"/>
                    <a:pt x="6470" y="5007"/>
                  </a:cubicBezTo>
                  <a:cubicBezTo>
                    <a:pt x="6618" y="5515"/>
                    <a:pt x="6766" y="6043"/>
                    <a:pt x="6862" y="6572"/>
                  </a:cubicBezTo>
                  <a:cubicBezTo>
                    <a:pt x="6354" y="6783"/>
                    <a:pt x="5942" y="7111"/>
                    <a:pt x="5614" y="7555"/>
                  </a:cubicBezTo>
                  <a:cubicBezTo>
                    <a:pt x="5234" y="8052"/>
                    <a:pt x="5086" y="8707"/>
                    <a:pt x="5086" y="9299"/>
                  </a:cubicBezTo>
                  <a:lnTo>
                    <a:pt x="5086" y="9500"/>
                  </a:lnTo>
                  <a:lnTo>
                    <a:pt x="5530" y="9500"/>
                  </a:lnTo>
                  <a:lnTo>
                    <a:pt x="5530" y="9320"/>
                  </a:lnTo>
                  <a:cubicBezTo>
                    <a:pt x="5582" y="8792"/>
                    <a:pt x="5762" y="8295"/>
                    <a:pt x="6090" y="7904"/>
                  </a:cubicBezTo>
                  <a:cubicBezTo>
                    <a:pt x="6418" y="7523"/>
                    <a:pt x="6883" y="7259"/>
                    <a:pt x="7358" y="7132"/>
                  </a:cubicBezTo>
                  <a:lnTo>
                    <a:pt x="7654" y="7047"/>
                  </a:lnTo>
                  <a:lnTo>
                    <a:pt x="7602" y="6720"/>
                  </a:lnTo>
                  <a:cubicBezTo>
                    <a:pt x="7422" y="5419"/>
                    <a:pt x="7126" y="4151"/>
                    <a:pt x="6618" y="2914"/>
                  </a:cubicBezTo>
                  <a:cubicBezTo>
                    <a:pt x="6354" y="2290"/>
                    <a:pt x="6026" y="1698"/>
                    <a:pt x="5582" y="1139"/>
                  </a:cubicBezTo>
                  <a:cubicBezTo>
                    <a:pt x="5382" y="874"/>
                    <a:pt x="5117" y="631"/>
                    <a:pt x="4821" y="430"/>
                  </a:cubicBezTo>
                  <a:cubicBezTo>
                    <a:pt x="4494" y="218"/>
                    <a:pt x="4134" y="70"/>
                    <a:pt x="3754" y="18"/>
                  </a:cubicBezTo>
                  <a:cubicBezTo>
                    <a:pt x="3657" y="6"/>
                    <a:pt x="3560" y="0"/>
                    <a:pt x="3464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" name="Google Shape;227;p30"/>
            <p:cNvSpPr/>
            <p:nvPr/>
          </p:nvSpPr>
          <p:spPr>
            <a:xfrm>
              <a:off x="5138650" y="4899763"/>
              <a:ext cx="191625" cy="237500"/>
            </a:xfrm>
            <a:custGeom>
              <a:rect b="b" l="l" r="r" t="t"/>
              <a:pathLst>
                <a:path extrusionOk="0" h="9500" w="7665">
                  <a:moveTo>
                    <a:pt x="4198" y="0"/>
                  </a:moveTo>
                  <a:cubicBezTo>
                    <a:pt x="4103" y="0"/>
                    <a:pt x="4007" y="6"/>
                    <a:pt x="3911" y="18"/>
                  </a:cubicBezTo>
                  <a:cubicBezTo>
                    <a:pt x="3521" y="70"/>
                    <a:pt x="3171" y="218"/>
                    <a:pt x="2844" y="430"/>
                  </a:cubicBezTo>
                  <a:cubicBezTo>
                    <a:pt x="2548" y="631"/>
                    <a:pt x="2283" y="874"/>
                    <a:pt x="2072" y="1139"/>
                  </a:cubicBezTo>
                  <a:cubicBezTo>
                    <a:pt x="1628" y="1698"/>
                    <a:pt x="1301" y="2290"/>
                    <a:pt x="1068" y="2914"/>
                  </a:cubicBezTo>
                  <a:cubicBezTo>
                    <a:pt x="571" y="4151"/>
                    <a:pt x="244" y="5419"/>
                    <a:pt x="64" y="6720"/>
                  </a:cubicBezTo>
                  <a:lnTo>
                    <a:pt x="0" y="7047"/>
                  </a:lnTo>
                  <a:lnTo>
                    <a:pt x="328" y="7132"/>
                  </a:lnTo>
                  <a:cubicBezTo>
                    <a:pt x="772" y="7259"/>
                    <a:pt x="1247" y="7523"/>
                    <a:pt x="1576" y="7904"/>
                  </a:cubicBezTo>
                  <a:cubicBezTo>
                    <a:pt x="1893" y="8295"/>
                    <a:pt x="2072" y="8792"/>
                    <a:pt x="2135" y="9320"/>
                  </a:cubicBezTo>
                  <a:lnTo>
                    <a:pt x="2135" y="9500"/>
                  </a:lnTo>
                  <a:lnTo>
                    <a:pt x="2579" y="9500"/>
                  </a:lnTo>
                  <a:lnTo>
                    <a:pt x="2579" y="9299"/>
                  </a:lnTo>
                  <a:cubicBezTo>
                    <a:pt x="2579" y="8707"/>
                    <a:pt x="2431" y="8052"/>
                    <a:pt x="2041" y="7555"/>
                  </a:cubicBezTo>
                  <a:cubicBezTo>
                    <a:pt x="1724" y="7111"/>
                    <a:pt x="1301" y="6783"/>
                    <a:pt x="804" y="6572"/>
                  </a:cubicBezTo>
                  <a:cubicBezTo>
                    <a:pt x="888" y="6043"/>
                    <a:pt x="1036" y="5515"/>
                    <a:pt x="1184" y="5007"/>
                  </a:cubicBezTo>
                  <a:cubicBezTo>
                    <a:pt x="1332" y="4383"/>
                    <a:pt x="1543" y="3791"/>
                    <a:pt x="1776" y="3232"/>
                  </a:cubicBezTo>
                  <a:cubicBezTo>
                    <a:pt x="2041" y="2640"/>
                    <a:pt x="2316" y="2111"/>
                    <a:pt x="2696" y="1635"/>
                  </a:cubicBezTo>
                  <a:cubicBezTo>
                    <a:pt x="3045" y="1170"/>
                    <a:pt x="3488" y="810"/>
                    <a:pt x="3996" y="726"/>
                  </a:cubicBezTo>
                  <a:cubicBezTo>
                    <a:pt x="4066" y="717"/>
                    <a:pt x="4137" y="713"/>
                    <a:pt x="4208" y="713"/>
                  </a:cubicBezTo>
                  <a:cubicBezTo>
                    <a:pt x="4671" y="713"/>
                    <a:pt x="5144" y="889"/>
                    <a:pt x="5529" y="1191"/>
                  </a:cubicBezTo>
                  <a:cubicBezTo>
                    <a:pt x="5973" y="1582"/>
                    <a:pt x="6300" y="2111"/>
                    <a:pt x="6565" y="2640"/>
                  </a:cubicBezTo>
                  <a:cubicBezTo>
                    <a:pt x="7104" y="3791"/>
                    <a:pt x="7453" y="5039"/>
                    <a:pt x="7664" y="6307"/>
                  </a:cubicBezTo>
                  <a:cubicBezTo>
                    <a:pt x="7664" y="5663"/>
                    <a:pt x="7632" y="5007"/>
                    <a:pt x="7516" y="4362"/>
                  </a:cubicBezTo>
                  <a:cubicBezTo>
                    <a:pt x="7421" y="3739"/>
                    <a:pt x="7273" y="3084"/>
                    <a:pt x="7040" y="2470"/>
                  </a:cubicBezTo>
                  <a:cubicBezTo>
                    <a:pt x="6808" y="1846"/>
                    <a:pt x="6448" y="1223"/>
                    <a:pt x="5941" y="726"/>
                  </a:cubicBezTo>
                  <a:cubicBezTo>
                    <a:pt x="5507" y="282"/>
                    <a:pt x="4862" y="0"/>
                    <a:pt x="419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" name="Google Shape;228;p30"/>
            <p:cNvSpPr/>
            <p:nvPr/>
          </p:nvSpPr>
          <p:spPr>
            <a:xfrm>
              <a:off x="4234300" y="4958338"/>
              <a:ext cx="278575" cy="94625"/>
            </a:xfrm>
            <a:custGeom>
              <a:rect b="b" l="l" r="r" t="t"/>
              <a:pathLst>
                <a:path extrusionOk="0" h="3785" w="11143">
                  <a:moveTo>
                    <a:pt x="5551" y="1"/>
                  </a:moveTo>
                  <a:cubicBezTo>
                    <a:pt x="4938" y="32"/>
                    <a:pt x="4346" y="149"/>
                    <a:pt x="3785" y="391"/>
                  </a:cubicBezTo>
                  <a:cubicBezTo>
                    <a:pt x="3246" y="624"/>
                    <a:pt x="2749" y="920"/>
                    <a:pt x="2274" y="1279"/>
                  </a:cubicBezTo>
                  <a:cubicBezTo>
                    <a:pt x="1354" y="1988"/>
                    <a:pt x="593" y="2844"/>
                    <a:pt x="1" y="3785"/>
                  </a:cubicBezTo>
                  <a:cubicBezTo>
                    <a:pt x="825" y="3045"/>
                    <a:pt x="1713" y="2368"/>
                    <a:pt x="2633" y="1808"/>
                  </a:cubicBezTo>
                  <a:cubicBezTo>
                    <a:pt x="3542" y="1248"/>
                    <a:pt x="4546" y="804"/>
                    <a:pt x="5551" y="804"/>
                  </a:cubicBezTo>
                  <a:cubicBezTo>
                    <a:pt x="6566" y="835"/>
                    <a:pt x="7569" y="1279"/>
                    <a:pt x="8478" y="1808"/>
                  </a:cubicBezTo>
                  <a:cubicBezTo>
                    <a:pt x="9399" y="2368"/>
                    <a:pt x="10287" y="3076"/>
                    <a:pt x="11142" y="3785"/>
                  </a:cubicBezTo>
                  <a:cubicBezTo>
                    <a:pt x="10519" y="2844"/>
                    <a:pt x="9758" y="2019"/>
                    <a:pt x="8838" y="1300"/>
                  </a:cubicBezTo>
                  <a:cubicBezTo>
                    <a:pt x="8363" y="952"/>
                    <a:pt x="7865" y="656"/>
                    <a:pt x="7327" y="423"/>
                  </a:cubicBezTo>
                  <a:cubicBezTo>
                    <a:pt x="6766" y="180"/>
                    <a:pt x="6174" y="32"/>
                    <a:pt x="5551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9_1"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1"/>
          <p:cNvSpPr/>
          <p:nvPr/>
        </p:nvSpPr>
        <p:spPr>
          <a:xfrm flipH="1">
            <a:off x="347700" y="329250"/>
            <a:ext cx="8448600" cy="4919100"/>
          </a:xfrm>
          <a:prstGeom prst="round2SameRect">
            <a:avLst>
              <a:gd fmla="val 7753" name="adj1"/>
              <a:gd fmla="val 0" name="adj2"/>
            </a:avLst>
          </a:prstGeom>
          <a:solidFill>
            <a:srgbClr val="F8A890">
              <a:alpha val="170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31" name="Google Shape;231;p31"/>
          <p:cNvGrpSpPr/>
          <p:nvPr/>
        </p:nvGrpSpPr>
        <p:grpSpPr>
          <a:xfrm>
            <a:off x="7628378" y="3419093"/>
            <a:ext cx="1435615" cy="1607518"/>
            <a:chOff x="6416250" y="1536075"/>
            <a:chExt cx="336975" cy="377325"/>
          </a:xfrm>
        </p:grpSpPr>
        <p:sp>
          <p:nvSpPr>
            <p:cNvPr id="232" name="Google Shape;232;p31"/>
            <p:cNvSpPr/>
            <p:nvPr/>
          </p:nvSpPr>
          <p:spPr>
            <a:xfrm>
              <a:off x="6572800" y="1654025"/>
              <a:ext cx="162550" cy="32300"/>
            </a:xfrm>
            <a:custGeom>
              <a:rect b="b" l="l" r="r" t="t"/>
              <a:pathLst>
                <a:path extrusionOk="0" h="1292" w="6502">
                  <a:moveTo>
                    <a:pt x="1" y="0"/>
                  </a:moveTo>
                  <a:lnTo>
                    <a:pt x="1" y="1292"/>
                  </a:lnTo>
                  <a:lnTo>
                    <a:pt x="6501" y="1292"/>
                  </a:lnTo>
                  <a:lnTo>
                    <a:pt x="650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" name="Google Shape;233;p31"/>
            <p:cNvSpPr/>
            <p:nvPr/>
          </p:nvSpPr>
          <p:spPr>
            <a:xfrm>
              <a:off x="6554925" y="1674375"/>
              <a:ext cx="198300" cy="239025"/>
            </a:xfrm>
            <a:custGeom>
              <a:rect b="b" l="l" r="r" t="t"/>
              <a:pathLst>
                <a:path extrusionOk="0" h="9561" w="7932">
                  <a:moveTo>
                    <a:pt x="1039" y="0"/>
                  </a:moveTo>
                  <a:cubicBezTo>
                    <a:pt x="463" y="0"/>
                    <a:pt x="0" y="463"/>
                    <a:pt x="0" y="1025"/>
                  </a:cubicBezTo>
                  <a:lnTo>
                    <a:pt x="0" y="8537"/>
                  </a:lnTo>
                  <a:cubicBezTo>
                    <a:pt x="0" y="9098"/>
                    <a:pt x="463" y="9561"/>
                    <a:pt x="1039" y="9561"/>
                  </a:cubicBezTo>
                  <a:lnTo>
                    <a:pt x="6893" y="9561"/>
                  </a:lnTo>
                  <a:cubicBezTo>
                    <a:pt x="7469" y="9561"/>
                    <a:pt x="7932" y="9098"/>
                    <a:pt x="7932" y="8537"/>
                  </a:cubicBezTo>
                  <a:lnTo>
                    <a:pt x="7932" y="1025"/>
                  </a:lnTo>
                  <a:cubicBezTo>
                    <a:pt x="7932" y="463"/>
                    <a:pt x="7469" y="0"/>
                    <a:pt x="68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" name="Google Shape;234;p31"/>
            <p:cNvSpPr/>
            <p:nvPr/>
          </p:nvSpPr>
          <p:spPr>
            <a:xfrm>
              <a:off x="6564050" y="1609800"/>
              <a:ext cx="180050" cy="47375"/>
            </a:xfrm>
            <a:custGeom>
              <a:rect b="b" l="l" r="r" t="t"/>
              <a:pathLst>
                <a:path extrusionOk="0" h="1895" w="7202">
                  <a:moveTo>
                    <a:pt x="646" y="0"/>
                  </a:moveTo>
                  <a:cubicBezTo>
                    <a:pt x="294" y="0"/>
                    <a:pt x="0" y="294"/>
                    <a:pt x="0" y="646"/>
                  </a:cubicBezTo>
                  <a:lnTo>
                    <a:pt x="0" y="1895"/>
                  </a:lnTo>
                  <a:lnTo>
                    <a:pt x="7202" y="1895"/>
                  </a:lnTo>
                  <a:lnTo>
                    <a:pt x="7202" y="646"/>
                  </a:lnTo>
                  <a:cubicBezTo>
                    <a:pt x="7202" y="294"/>
                    <a:pt x="6921" y="0"/>
                    <a:pt x="655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" name="Google Shape;235;p31"/>
            <p:cNvSpPr/>
            <p:nvPr/>
          </p:nvSpPr>
          <p:spPr>
            <a:xfrm>
              <a:off x="6554925" y="1724550"/>
              <a:ext cx="198300" cy="121125"/>
            </a:xfrm>
            <a:custGeom>
              <a:rect b="b" l="l" r="r" t="t"/>
              <a:pathLst>
                <a:path extrusionOk="0" h="4845" w="7932">
                  <a:moveTo>
                    <a:pt x="0" y="1"/>
                  </a:moveTo>
                  <a:lnTo>
                    <a:pt x="0" y="4845"/>
                  </a:lnTo>
                  <a:lnTo>
                    <a:pt x="7932" y="4845"/>
                  </a:lnTo>
                  <a:lnTo>
                    <a:pt x="793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" name="Google Shape;236;p31"/>
            <p:cNvSpPr/>
            <p:nvPr/>
          </p:nvSpPr>
          <p:spPr>
            <a:xfrm>
              <a:off x="6575600" y="1741775"/>
              <a:ext cx="34100" cy="34050"/>
            </a:xfrm>
            <a:custGeom>
              <a:rect b="b" l="l" r="r" t="t"/>
              <a:pathLst>
                <a:path extrusionOk="0" h="1362" w="1364">
                  <a:moveTo>
                    <a:pt x="689" y="0"/>
                  </a:moveTo>
                  <a:cubicBezTo>
                    <a:pt x="310" y="0"/>
                    <a:pt x="1" y="294"/>
                    <a:pt x="1" y="674"/>
                  </a:cubicBezTo>
                  <a:cubicBezTo>
                    <a:pt x="1" y="1052"/>
                    <a:pt x="310" y="1361"/>
                    <a:pt x="689" y="1361"/>
                  </a:cubicBezTo>
                  <a:cubicBezTo>
                    <a:pt x="1068" y="1361"/>
                    <a:pt x="1363" y="1052"/>
                    <a:pt x="1363" y="674"/>
                  </a:cubicBezTo>
                  <a:cubicBezTo>
                    <a:pt x="1363" y="294"/>
                    <a:pt x="1068" y="0"/>
                    <a:pt x="68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" name="Google Shape;237;p31"/>
            <p:cNvSpPr/>
            <p:nvPr/>
          </p:nvSpPr>
          <p:spPr>
            <a:xfrm>
              <a:off x="6633175" y="1742100"/>
              <a:ext cx="99375" cy="9850"/>
            </a:xfrm>
            <a:custGeom>
              <a:rect b="b" l="l" r="r" t="t"/>
              <a:pathLst>
                <a:path extrusionOk="0" h="394" w="3975">
                  <a:moveTo>
                    <a:pt x="0" y="1"/>
                  </a:moveTo>
                  <a:lnTo>
                    <a:pt x="0" y="394"/>
                  </a:lnTo>
                  <a:lnTo>
                    <a:pt x="3974" y="394"/>
                  </a:lnTo>
                  <a:lnTo>
                    <a:pt x="397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" name="Google Shape;238;p31"/>
            <p:cNvSpPr/>
            <p:nvPr/>
          </p:nvSpPr>
          <p:spPr>
            <a:xfrm>
              <a:off x="6633175" y="1767375"/>
              <a:ext cx="62875" cy="10225"/>
            </a:xfrm>
            <a:custGeom>
              <a:rect b="b" l="l" r="r" t="t"/>
              <a:pathLst>
                <a:path extrusionOk="0" h="409" w="2515">
                  <a:moveTo>
                    <a:pt x="0" y="0"/>
                  </a:moveTo>
                  <a:lnTo>
                    <a:pt x="0" y="408"/>
                  </a:lnTo>
                  <a:lnTo>
                    <a:pt x="2514" y="408"/>
                  </a:lnTo>
                  <a:lnTo>
                    <a:pt x="251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" name="Google Shape;239;p31"/>
            <p:cNvSpPr/>
            <p:nvPr/>
          </p:nvSpPr>
          <p:spPr>
            <a:xfrm>
              <a:off x="6575600" y="1793000"/>
              <a:ext cx="156950" cy="9850"/>
            </a:xfrm>
            <a:custGeom>
              <a:rect b="b" l="l" r="r" t="t"/>
              <a:pathLst>
                <a:path extrusionOk="0" h="394" w="6278">
                  <a:moveTo>
                    <a:pt x="1" y="1"/>
                  </a:moveTo>
                  <a:lnTo>
                    <a:pt x="1" y="394"/>
                  </a:lnTo>
                  <a:lnTo>
                    <a:pt x="6277" y="394"/>
                  </a:lnTo>
                  <a:lnTo>
                    <a:pt x="627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" name="Google Shape;240;p31"/>
            <p:cNvSpPr/>
            <p:nvPr/>
          </p:nvSpPr>
          <p:spPr>
            <a:xfrm>
              <a:off x="6575600" y="1818275"/>
              <a:ext cx="156950" cy="10200"/>
            </a:xfrm>
            <a:custGeom>
              <a:rect b="b" l="l" r="r" t="t"/>
              <a:pathLst>
                <a:path extrusionOk="0" h="408" w="6278">
                  <a:moveTo>
                    <a:pt x="1" y="1"/>
                  </a:moveTo>
                  <a:lnTo>
                    <a:pt x="1" y="407"/>
                  </a:lnTo>
                  <a:lnTo>
                    <a:pt x="6277" y="407"/>
                  </a:lnTo>
                  <a:lnTo>
                    <a:pt x="627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" name="Google Shape;241;p31"/>
            <p:cNvSpPr/>
            <p:nvPr/>
          </p:nvSpPr>
          <p:spPr>
            <a:xfrm>
              <a:off x="6461900" y="1566975"/>
              <a:ext cx="106725" cy="32650"/>
            </a:xfrm>
            <a:custGeom>
              <a:rect b="b" l="l" r="r" t="t"/>
              <a:pathLst>
                <a:path extrusionOk="0" h="1306" w="4269">
                  <a:moveTo>
                    <a:pt x="0" y="0"/>
                  </a:moveTo>
                  <a:lnTo>
                    <a:pt x="0" y="1306"/>
                  </a:lnTo>
                  <a:lnTo>
                    <a:pt x="4268" y="1306"/>
                  </a:lnTo>
                  <a:lnTo>
                    <a:pt x="426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" name="Google Shape;242;p31"/>
            <p:cNvSpPr/>
            <p:nvPr/>
          </p:nvSpPr>
          <p:spPr>
            <a:xfrm>
              <a:off x="6416250" y="1599600"/>
              <a:ext cx="198000" cy="313800"/>
            </a:xfrm>
            <a:custGeom>
              <a:rect b="b" l="l" r="r" t="t"/>
              <a:pathLst>
                <a:path extrusionOk="0" h="12552" w="7920">
                  <a:moveTo>
                    <a:pt x="1785" y="1"/>
                  </a:moveTo>
                  <a:cubicBezTo>
                    <a:pt x="1672" y="1"/>
                    <a:pt x="1560" y="43"/>
                    <a:pt x="1476" y="127"/>
                  </a:cubicBezTo>
                  <a:lnTo>
                    <a:pt x="1279" y="324"/>
                  </a:lnTo>
                  <a:cubicBezTo>
                    <a:pt x="450" y="1138"/>
                    <a:pt x="1" y="2261"/>
                    <a:pt x="1" y="3426"/>
                  </a:cubicBezTo>
                  <a:lnTo>
                    <a:pt x="1" y="11528"/>
                  </a:lnTo>
                  <a:cubicBezTo>
                    <a:pt x="1" y="12089"/>
                    <a:pt x="465" y="12552"/>
                    <a:pt x="1026" y="12552"/>
                  </a:cubicBezTo>
                  <a:lnTo>
                    <a:pt x="6880" y="12552"/>
                  </a:lnTo>
                  <a:cubicBezTo>
                    <a:pt x="7457" y="12552"/>
                    <a:pt x="7919" y="12089"/>
                    <a:pt x="7919" y="11528"/>
                  </a:cubicBezTo>
                  <a:lnTo>
                    <a:pt x="7919" y="3426"/>
                  </a:lnTo>
                  <a:cubicBezTo>
                    <a:pt x="7919" y="2261"/>
                    <a:pt x="7457" y="1138"/>
                    <a:pt x="6642" y="324"/>
                  </a:cubicBezTo>
                  <a:lnTo>
                    <a:pt x="6474" y="155"/>
                  </a:lnTo>
                  <a:cubicBezTo>
                    <a:pt x="6361" y="57"/>
                    <a:pt x="6235" y="1"/>
                    <a:pt x="609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" name="Google Shape;243;p31"/>
            <p:cNvSpPr/>
            <p:nvPr/>
          </p:nvSpPr>
          <p:spPr>
            <a:xfrm>
              <a:off x="6456275" y="1536075"/>
              <a:ext cx="117950" cy="47075"/>
            </a:xfrm>
            <a:custGeom>
              <a:rect b="b" l="l" r="r" t="t"/>
              <a:pathLst>
                <a:path extrusionOk="0" h="1883" w="4718">
                  <a:moveTo>
                    <a:pt x="422" y="1"/>
                  </a:moveTo>
                  <a:cubicBezTo>
                    <a:pt x="184" y="1"/>
                    <a:pt x="0" y="282"/>
                    <a:pt x="0" y="632"/>
                  </a:cubicBezTo>
                  <a:lnTo>
                    <a:pt x="0" y="1882"/>
                  </a:lnTo>
                  <a:lnTo>
                    <a:pt x="4718" y="1882"/>
                  </a:lnTo>
                  <a:lnTo>
                    <a:pt x="4718" y="632"/>
                  </a:lnTo>
                  <a:cubicBezTo>
                    <a:pt x="4718" y="282"/>
                    <a:pt x="4521" y="1"/>
                    <a:pt x="429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" name="Google Shape;244;p31"/>
            <p:cNvSpPr/>
            <p:nvPr/>
          </p:nvSpPr>
          <p:spPr>
            <a:xfrm>
              <a:off x="6416250" y="1681025"/>
              <a:ext cx="198000" cy="164650"/>
            </a:xfrm>
            <a:custGeom>
              <a:rect b="b" l="l" r="r" t="t"/>
              <a:pathLst>
                <a:path extrusionOk="0" h="6586" w="7920">
                  <a:moveTo>
                    <a:pt x="1" y="1"/>
                  </a:moveTo>
                  <a:lnTo>
                    <a:pt x="1" y="6586"/>
                  </a:lnTo>
                  <a:lnTo>
                    <a:pt x="7919" y="6586"/>
                  </a:lnTo>
                  <a:lnTo>
                    <a:pt x="791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" name="Google Shape;245;p31"/>
            <p:cNvSpPr/>
            <p:nvPr/>
          </p:nvSpPr>
          <p:spPr>
            <a:xfrm>
              <a:off x="6494175" y="1703850"/>
              <a:ext cx="99375" cy="10200"/>
            </a:xfrm>
            <a:custGeom>
              <a:rect b="b" l="l" r="r" t="t"/>
              <a:pathLst>
                <a:path extrusionOk="0" h="408" w="3975">
                  <a:moveTo>
                    <a:pt x="1" y="1"/>
                  </a:moveTo>
                  <a:lnTo>
                    <a:pt x="1" y="407"/>
                  </a:lnTo>
                  <a:lnTo>
                    <a:pt x="3975" y="407"/>
                  </a:lnTo>
                  <a:lnTo>
                    <a:pt x="397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" name="Google Shape;246;p31"/>
            <p:cNvSpPr/>
            <p:nvPr/>
          </p:nvSpPr>
          <p:spPr>
            <a:xfrm>
              <a:off x="6494175" y="1729475"/>
              <a:ext cx="62875" cy="9850"/>
            </a:xfrm>
            <a:custGeom>
              <a:rect b="b" l="l" r="r" t="t"/>
              <a:pathLst>
                <a:path extrusionOk="0" h="394" w="2515">
                  <a:moveTo>
                    <a:pt x="1" y="0"/>
                  </a:moveTo>
                  <a:lnTo>
                    <a:pt x="1" y="393"/>
                  </a:lnTo>
                  <a:lnTo>
                    <a:pt x="2514" y="393"/>
                  </a:lnTo>
                  <a:lnTo>
                    <a:pt x="251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" name="Google Shape;247;p31"/>
            <p:cNvSpPr/>
            <p:nvPr/>
          </p:nvSpPr>
          <p:spPr>
            <a:xfrm>
              <a:off x="6436625" y="1754725"/>
              <a:ext cx="156925" cy="10225"/>
            </a:xfrm>
            <a:custGeom>
              <a:rect b="b" l="l" r="r" t="t"/>
              <a:pathLst>
                <a:path extrusionOk="0" h="409" w="6277">
                  <a:moveTo>
                    <a:pt x="0" y="1"/>
                  </a:moveTo>
                  <a:lnTo>
                    <a:pt x="0" y="409"/>
                  </a:lnTo>
                  <a:lnTo>
                    <a:pt x="6277" y="409"/>
                  </a:lnTo>
                  <a:lnTo>
                    <a:pt x="627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" name="Google Shape;248;p31"/>
            <p:cNvSpPr/>
            <p:nvPr/>
          </p:nvSpPr>
          <p:spPr>
            <a:xfrm>
              <a:off x="6436625" y="1780375"/>
              <a:ext cx="156925" cy="10175"/>
            </a:xfrm>
            <a:custGeom>
              <a:rect b="b" l="l" r="r" t="t"/>
              <a:pathLst>
                <a:path extrusionOk="0" h="407" w="6277">
                  <a:moveTo>
                    <a:pt x="0" y="0"/>
                  </a:moveTo>
                  <a:lnTo>
                    <a:pt x="0" y="407"/>
                  </a:lnTo>
                  <a:lnTo>
                    <a:pt x="6277" y="407"/>
                  </a:lnTo>
                  <a:lnTo>
                    <a:pt x="627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" name="Google Shape;249;p31"/>
            <p:cNvSpPr/>
            <p:nvPr/>
          </p:nvSpPr>
          <p:spPr>
            <a:xfrm>
              <a:off x="6436625" y="1805650"/>
              <a:ext cx="156925" cy="10175"/>
            </a:xfrm>
            <a:custGeom>
              <a:rect b="b" l="l" r="r" t="t"/>
              <a:pathLst>
                <a:path extrusionOk="0" h="407" w="6277">
                  <a:moveTo>
                    <a:pt x="0" y="0"/>
                  </a:moveTo>
                  <a:lnTo>
                    <a:pt x="0" y="407"/>
                  </a:lnTo>
                  <a:lnTo>
                    <a:pt x="6277" y="407"/>
                  </a:lnTo>
                  <a:lnTo>
                    <a:pt x="627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" name="Google Shape;250;p31"/>
            <p:cNvSpPr/>
            <p:nvPr/>
          </p:nvSpPr>
          <p:spPr>
            <a:xfrm>
              <a:off x="6437325" y="1703850"/>
              <a:ext cx="37925" cy="35475"/>
            </a:xfrm>
            <a:custGeom>
              <a:rect b="b" l="l" r="r" t="t"/>
              <a:pathLst>
                <a:path extrusionOk="0" h="1419" w="1517">
                  <a:moveTo>
                    <a:pt x="0" y="1"/>
                  </a:moveTo>
                  <a:lnTo>
                    <a:pt x="0" y="1418"/>
                  </a:lnTo>
                  <a:lnTo>
                    <a:pt x="1517" y="1418"/>
                  </a:lnTo>
                  <a:lnTo>
                    <a:pt x="151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51" name="Google Shape;251;p31"/>
          <p:cNvGrpSpPr/>
          <p:nvPr/>
        </p:nvGrpSpPr>
        <p:grpSpPr>
          <a:xfrm>
            <a:off x="6688130" y="3867214"/>
            <a:ext cx="1193873" cy="1264251"/>
            <a:chOff x="7773861" y="3643603"/>
            <a:chExt cx="1390812" cy="1472800"/>
          </a:xfrm>
        </p:grpSpPr>
        <p:sp>
          <p:nvSpPr>
            <p:cNvPr id="252" name="Google Shape;252;p31"/>
            <p:cNvSpPr/>
            <p:nvPr/>
          </p:nvSpPr>
          <p:spPr>
            <a:xfrm rot="-640730">
              <a:off x="8230873" y="4539678"/>
              <a:ext cx="417913" cy="306695"/>
            </a:xfrm>
            <a:custGeom>
              <a:rect b="b" l="l" r="r" t="t"/>
              <a:pathLst>
                <a:path extrusionOk="0" h="3638" w="4957">
                  <a:moveTo>
                    <a:pt x="43" y="1"/>
                  </a:moveTo>
                  <a:lnTo>
                    <a:pt x="1" y="3595"/>
                  </a:lnTo>
                  <a:lnTo>
                    <a:pt x="3118" y="3637"/>
                  </a:lnTo>
                  <a:cubicBezTo>
                    <a:pt x="3126" y="3637"/>
                    <a:pt x="3134" y="3638"/>
                    <a:pt x="3143" y="3638"/>
                  </a:cubicBezTo>
                  <a:cubicBezTo>
                    <a:pt x="4127" y="3638"/>
                    <a:pt x="4928" y="2843"/>
                    <a:pt x="4943" y="1868"/>
                  </a:cubicBezTo>
                  <a:cubicBezTo>
                    <a:pt x="4956" y="871"/>
                    <a:pt x="4157" y="57"/>
                    <a:pt x="3174" y="43"/>
                  </a:cubicBezTo>
                  <a:lnTo>
                    <a:pt x="43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" name="Google Shape;253;p31"/>
            <p:cNvSpPr/>
            <p:nvPr/>
          </p:nvSpPr>
          <p:spPr>
            <a:xfrm rot="-640730">
              <a:off x="7798441" y="4615273"/>
              <a:ext cx="442783" cy="306611"/>
            </a:xfrm>
            <a:custGeom>
              <a:rect b="b" l="l" r="r" t="t"/>
              <a:pathLst>
                <a:path extrusionOk="0" h="3637" w="5252">
                  <a:moveTo>
                    <a:pt x="1826" y="1"/>
                  </a:moveTo>
                  <a:cubicBezTo>
                    <a:pt x="830" y="1"/>
                    <a:pt x="15" y="787"/>
                    <a:pt x="15" y="1783"/>
                  </a:cubicBezTo>
                  <a:cubicBezTo>
                    <a:pt x="1" y="2766"/>
                    <a:pt x="787" y="3580"/>
                    <a:pt x="1784" y="3595"/>
                  </a:cubicBezTo>
                  <a:lnTo>
                    <a:pt x="5210" y="3637"/>
                  </a:lnTo>
                  <a:lnTo>
                    <a:pt x="5252" y="43"/>
                  </a:lnTo>
                  <a:lnTo>
                    <a:pt x="182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" name="Google Shape;254;p31"/>
            <p:cNvSpPr/>
            <p:nvPr/>
          </p:nvSpPr>
          <p:spPr>
            <a:xfrm rot="-640730">
              <a:off x="7793334" y="4616191"/>
              <a:ext cx="438062" cy="251055"/>
            </a:xfrm>
            <a:custGeom>
              <a:rect b="b" l="l" r="r" t="t"/>
              <a:pathLst>
                <a:path extrusionOk="0" h="2978" w="5196">
                  <a:moveTo>
                    <a:pt x="1826" y="1"/>
                  </a:moveTo>
                  <a:cubicBezTo>
                    <a:pt x="830" y="1"/>
                    <a:pt x="15" y="787"/>
                    <a:pt x="15" y="1783"/>
                  </a:cubicBezTo>
                  <a:cubicBezTo>
                    <a:pt x="1" y="2233"/>
                    <a:pt x="169" y="2654"/>
                    <a:pt x="450" y="2977"/>
                  </a:cubicBezTo>
                  <a:cubicBezTo>
                    <a:pt x="437" y="2935"/>
                    <a:pt x="437" y="2907"/>
                    <a:pt x="422" y="2865"/>
                  </a:cubicBezTo>
                  <a:cubicBezTo>
                    <a:pt x="225" y="1896"/>
                    <a:pt x="843" y="941"/>
                    <a:pt x="1812" y="745"/>
                  </a:cubicBezTo>
                  <a:lnTo>
                    <a:pt x="5182" y="57"/>
                  </a:lnTo>
                  <a:lnTo>
                    <a:pt x="5195" y="43"/>
                  </a:lnTo>
                  <a:lnTo>
                    <a:pt x="182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" name="Google Shape;255;p31"/>
            <p:cNvSpPr/>
            <p:nvPr/>
          </p:nvSpPr>
          <p:spPr>
            <a:xfrm rot="-640730">
              <a:off x="7793334" y="4616191"/>
              <a:ext cx="438062" cy="251055"/>
            </a:xfrm>
            <a:custGeom>
              <a:rect b="b" l="l" r="r" t="t"/>
              <a:pathLst>
                <a:path extrusionOk="0" h="2978" w="5196">
                  <a:moveTo>
                    <a:pt x="1826" y="1"/>
                  </a:moveTo>
                  <a:cubicBezTo>
                    <a:pt x="830" y="1"/>
                    <a:pt x="15" y="787"/>
                    <a:pt x="15" y="1783"/>
                  </a:cubicBezTo>
                  <a:cubicBezTo>
                    <a:pt x="1" y="2233"/>
                    <a:pt x="169" y="2654"/>
                    <a:pt x="450" y="2977"/>
                  </a:cubicBezTo>
                  <a:cubicBezTo>
                    <a:pt x="437" y="2935"/>
                    <a:pt x="437" y="2907"/>
                    <a:pt x="422" y="2865"/>
                  </a:cubicBezTo>
                  <a:cubicBezTo>
                    <a:pt x="225" y="1896"/>
                    <a:pt x="843" y="941"/>
                    <a:pt x="1812" y="745"/>
                  </a:cubicBezTo>
                  <a:lnTo>
                    <a:pt x="5182" y="57"/>
                  </a:lnTo>
                  <a:lnTo>
                    <a:pt x="5195" y="43"/>
                  </a:lnTo>
                  <a:lnTo>
                    <a:pt x="1826" y="1"/>
                  </a:lnTo>
                  <a:close/>
                </a:path>
              </a:pathLst>
            </a:custGeom>
            <a:solidFill>
              <a:srgbClr val="3C3C3B">
                <a:alpha val="487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" name="Google Shape;256;p31"/>
            <p:cNvSpPr/>
            <p:nvPr/>
          </p:nvSpPr>
          <p:spPr>
            <a:xfrm rot="-640730">
              <a:off x="8668768" y="4341531"/>
              <a:ext cx="465294" cy="373800"/>
            </a:xfrm>
            <a:custGeom>
              <a:rect b="b" l="l" r="r" t="t"/>
              <a:pathLst>
                <a:path extrusionOk="0" h="4434" w="5519">
                  <a:moveTo>
                    <a:pt x="3513" y="0"/>
                  </a:moveTo>
                  <a:cubicBezTo>
                    <a:pt x="3336" y="0"/>
                    <a:pt x="3156" y="26"/>
                    <a:pt x="2977" y="82"/>
                  </a:cubicBezTo>
                  <a:lnTo>
                    <a:pt x="1" y="1008"/>
                  </a:lnTo>
                  <a:lnTo>
                    <a:pt x="1068" y="4434"/>
                  </a:lnTo>
                  <a:lnTo>
                    <a:pt x="4044" y="3507"/>
                  </a:lnTo>
                  <a:cubicBezTo>
                    <a:pt x="4999" y="3212"/>
                    <a:pt x="5519" y="2216"/>
                    <a:pt x="5224" y="1261"/>
                  </a:cubicBezTo>
                  <a:cubicBezTo>
                    <a:pt x="4984" y="496"/>
                    <a:pt x="4280" y="0"/>
                    <a:pt x="351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" name="Google Shape;257;p31"/>
            <p:cNvSpPr/>
            <p:nvPr/>
          </p:nvSpPr>
          <p:spPr>
            <a:xfrm rot="-640730">
              <a:off x="8291958" y="4496797"/>
              <a:ext cx="490080" cy="382062"/>
            </a:xfrm>
            <a:custGeom>
              <a:rect b="b" l="l" r="r" t="t"/>
              <a:pathLst>
                <a:path extrusionOk="0" h="4532" w="5813">
                  <a:moveTo>
                    <a:pt x="4746" y="0"/>
                  </a:moveTo>
                  <a:lnTo>
                    <a:pt x="1475" y="1025"/>
                  </a:lnTo>
                  <a:cubicBezTo>
                    <a:pt x="520" y="1320"/>
                    <a:pt x="0" y="2316"/>
                    <a:pt x="296" y="3271"/>
                  </a:cubicBezTo>
                  <a:cubicBezTo>
                    <a:pt x="535" y="4036"/>
                    <a:pt x="1239" y="4532"/>
                    <a:pt x="2007" y="4532"/>
                  </a:cubicBezTo>
                  <a:cubicBezTo>
                    <a:pt x="2183" y="4532"/>
                    <a:pt x="2364" y="4505"/>
                    <a:pt x="2542" y="4450"/>
                  </a:cubicBezTo>
                  <a:lnTo>
                    <a:pt x="5813" y="3426"/>
                  </a:lnTo>
                  <a:lnTo>
                    <a:pt x="474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" name="Google Shape;258;p31"/>
            <p:cNvSpPr/>
            <p:nvPr/>
          </p:nvSpPr>
          <p:spPr>
            <a:xfrm rot="-640730">
              <a:off x="8296014" y="4539937"/>
              <a:ext cx="314889" cy="355169"/>
            </a:xfrm>
            <a:custGeom>
              <a:rect b="b" l="l" r="r" t="t"/>
              <a:pathLst>
                <a:path extrusionOk="0" h="4213" w="3735">
                  <a:moveTo>
                    <a:pt x="3735" y="1"/>
                  </a:moveTo>
                  <a:lnTo>
                    <a:pt x="1475" y="703"/>
                  </a:lnTo>
                  <a:cubicBezTo>
                    <a:pt x="520" y="998"/>
                    <a:pt x="0" y="2009"/>
                    <a:pt x="296" y="2949"/>
                  </a:cubicBezTo>
                  <a:cubicBezTo>
                    <a:pt x="520" y="3694"/>
                    <a:pt x="1180" y="4171"/>
                    <a:pt x="1910" y="4212"/>
                  </a:cubicBezTo>
                  <a:cubicBezTo>
                    <a:pt x="1657" y="4059"/>
                    <a:pt x="1447" y="3862"/>
                    <a:pt x="1292" y="3595"/>
                  </a:cubicBezTo>
                  <a:cubicBezTo>
                    <a:pt x="773" y="2752"/>
                    <a:pt x="1039" y="1644"/>
                    <a:pt x="1882" y="1124"/>
                  </a:cubicBezTo>
                  <a:lnTo>
                    <a:pt x="3735" y="1"/>
                  </a:lnTo>
                  <a:close/>
                </a:path>
              </a:pathLst>
            </a:custGeom>
            <a:solidFill>
              <a:srgbClr val="3C3C3B">
                <a:alpha val="487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" name="Google Shape;259;p31"/>
            <p:cNvSpPr/>
            <p:nvPr/>
          </p:nvSpPr>
          <p:spPr>
            <a:xfrm rot="1652489">
              <a:off x="8487325" y="3690406"/>
              <a:ext cx="304262" cy="415524"/>
            </a:xfrm>
            <a:custGeom>
              <a:rect b="b" l="l" r="r" t="t"/>
              <a:pathLst>
                <a:path extrusionOk="0" h="4929" w="3609">
                  <a:moveTo>
                    <a:pt x="1798" y="0"/>
                  </a:moveTo>
                  <a:cubicBezTo>
                    <a:pt x="801" y="0"/>
                    <a:pt x="1" y="814"/>
                    <a:pt x="14" y="1797"/>
                  </a:cubicBezTo>
                  <a:lnTo>
                    <a:pt x="29" y="4929"/>
                  </a:lnTo>
                  <a:lnTo>
                    <a:pt x="3608" y="4914"/>
                  </a:lnTo>
                  <a:lnTo>
                    <a:pt x="3595" y="1784"/>
                  </a:lnTo>
                  <a:cubicBezTo>
                    <a:pt x="3595" y="801"/>
                    <a:pt x="2781" y="0"/>
                    <a:pt x="179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" name="Google Shape;260;p31"/>
            <p:cNvSpPr/>
            <p:nvPr/>
          </p:nvSpPr>
          <p:spPr>
            <a:xfrm rot="1652489">
              <a:off x="8292231" y="4057087"/>
              <a:ext cx="303166" cy="440393"/>
            </a:xfrm>
            <a:custGeom>
              <a:rect b="b" l="l" r="r" t="t"/>
              <a:pathLst>
                <a:path extrusionOk="0" h="5224" w="3596">
                  <a:moveTo>
                    <a:pt x="3580" y="1"/>
                  </a:moveTo>
                  <a:lnTo>
                    <a:pt x="1" y="16"/>
                  </a:lnTo>
                  <a:lnTo>
                    <a:pt x="14" y="3441"/>
                  </a:lnTo>
                  <a:cubicBezTo>
                    <a:pt x="14" y="4429"/>
                    <a:pt x="801" y="5224"/>
                    <a:pt x="1785" y="5224"/>
                  </a:cubicBezTo>
                  <a:cubicBezTo>
                    <a:pt x="1794" y="5224"/>
                    <a:pt x="1803" y="5224"/>
                    <a:pt x="1811" y="5224"/>
                  </a:cubicBezTo>
                  <a:cubicBezTo>
                    <a:pt x="2809" y="5224"/>
                    <a:pt x="3595" y="4424"/>
                    <a:pt x="3595" y="3427"/>
                  </a:cubicBezTo>
                  <a:lnTo>
                    <a:pt x="358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" name="Google Shape;261;p31"/>
            <p:cNvSpPr/>
            <p:nvPr/>
          </p:nvSpPr>
          <p:spPr>
            <a:xfrm rot="1652489">
              <a:off x="8452832" y="3665423"/>
              <a:ext cx="236817" cy="581262"/>
            </a:xfrm>
            <a:custGeom>
              <a:rect b="b" l="l" r="r" t="t"/>
              <a:pathLst>
                <a:path extrusionOk="0" h="6895" w="2809">
                  <a:moveTo>
                    <a:pt x="1798" y="0"/>
                  </a:moveTo>
                  <a:cubicBezTo>
                    <a:pt x="801" y="0"/>
                    <a:pt x="1" y="814"/>
                    <a:pt x="14" y="1797"/>
                  </a:cubicBezTo>
                  <a:lnTo>
                    <a:pt x="29" y="4929"/>
                  </a:lnTo>
                  <a:lnTo>
                    <a:pt x="29" y="6894"/>
                  </a:lnTo>
                  <a:lnTo>
                    <a:pt x="379" y="4872"/>
                  </a:lnTo>
                  <a:lnTo>
                    <a:pt x="913" y="1797"/>
                  </a:lnTo>
                  <a:cubicBezTo>
                    <a:pt x="1074" y="923"/>
                    <a:pt x="1829" y="306"/>
                    <a:pt x="2696" y="306"/>
                  </a:cubicBezTo>
                  <a:cubicBezTo>
                    <a:pt x="2734" y="306"/>
                    <a:pt x="2771" y="307"/>
                    <a:pt x="2809" y="309"/>
                  </a:cubicBezTo>
                  <a:cubicBezTo>
                    <a:pt x="2513" y="112"/>
                    <a:pt x="2176" y="0"/>
                    <a:pt x="1798" y="0"/>
                  </a:cubicBezTo>
                  <a:close/>
                </a:path>
              </a:pathLst>
            </a:custGeom>
            <a:solidFill>
              <a:srgbClr val="3C3C3B">
                <a:alpha val="487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" name="Google Shape;262;p31"/>
            <p:cNvSpPr/>
            <p:nvPr/>
          </p:nvSpPr>
          <p:spPr>
            <a:xfrm rot="-640730">
              <a:off x="8038589" y="4718045"/>
              <a:ext cx="456947" cy="359131"/>
            </a:xfrm>
            <a:custGeom>
              <a:rect b="b" l="l" r="r" t="t"/>
              <a:pathLst>
                <a:path extrusionOk="0" h="4260" w="5420">
                  <a:moveTo>
                    <a:pt x="1979" y="1"/>
                  </a:moveTo>
                  <a:cubicBezTo>
                    <a:pt x="1159" y="1"/>
                    <a:pt x="418" y="564"/>
                    <a:pt x="225" y="1395"/>
                  </a:cubicBezTo>
                  <a:cubicBezTo>
                    <a:pt x="0" y="2365"/>
                    <a:pt x="604" y="3319"/>
                    <a:pt x="1573" y="3544"/>
                  </a:cubicBezTo>
                  <a:lnTo>
                    <a:pt x="4605" y="4259"/>
                  </a:lnTo>
                  <a:lnTo>
                    <a:pt x="5420" y="764"/>
                  </a:lnTo>
                  <a:lnTo>
                    <a:pt x="2387" y="47"/>
                  </a:lnTo>
                  <a:cubicBezTo>
                    <a:pt x="2250" y="16"/>
                    <a:pt x="2114" y="1"/>
                    <a:pt x="197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" name="Google Shape;263;p31"/>
            <p:cNvSpPr/>
            <p:nvPr/>
          </p:nvSpPr>
          <p:spPr>
            <a:xfrm rot="-640730">
              <a:off x="8432244" y="4706941"/>
              <a:ext cx="482998" cy="363768"/>
            </a:xfrm>
            <a:custGeom>
              <a:rect b="b" l="l" r="r" t="t"/>
              <a:pathLst>
                <a:path extrusionOk="0" h="4315" w="5729">
                  <a:moveTo>
                    <a:pt x="815" y="0"/>
                  </a:moveTo>
                  <a:lnTo>
                    <a:pt x="0" y="3495"/>
                  </a:lnTo>
                  <a:lnTo>
                    <a:pt x="3342" y="4268"/>
                  </a:lnTo>
                  <a:cubicBezTo>
                    <a:pt x="3478" y="4300"/>
                    <a:pt x="3615" y="4315"/>
                    <a:pt x="3750" y="4315"/>
                  </a:cubicBezTo>
                  <a:cubicBezTo>
                    <a:pt x="4569" y="4315"/>
                    <a:pt x="5311" y="3752"/>
                    <a:pt x="5504" y="2920"/>
                  </a:cubicBezTo>
                  <a:cubicBezTo>
                    <a:pt x="5729" y="1966"/>
                    <a:pt x="5124" y="996"/>
                    <a:pt x="4156" y="772"/>
                  </a:cubicBezTo>
                  <a:lnTo>
                    <a:pt x="81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" name="Google Shape;264;p31"/>
            <p:cNvSpPr/>
            <p:nvPr/>
          </p:nvSpPr>
          <p:spPr>
            <a:xfrm rot="-640730">
              <a:off x="8035216" y="4724231"/>
              <a:ext cx="390681" cy="279886"/>
            </a:xfrm>
            <a:custGeom>
              <a:rect b="b" l="l" r="r" t="t"/>
              <a:pathLst>
                <a:path extrusionOk="0" h="3320" w="4634">
                  <a:moveTo>
                    <a:pt x="1938" y="1"/>
                  </a:moveTo>
                  <a:cubicBezTo>
                    <a:pt x="1118" y="1"/>
                    <a:pt x="377" y="564"/>
                    <a:pt x="184" y="1395"/>
                  </a:cubicBezTo>
                  <a:cubicBezTo>
                    <a:pt x="1" y="2153"/>
                    <a:pt x="352" y="2926"/>
                    <a:pt x="984" y="3319"/>
                  </a:cubicBezTo>
                  <a:cubicBezTo>
                    <a:pt x="871" y="3108"/>
                    <a:pt x="802" y="2870"/>
                    <a:pt x="787" y="2603"/>
                  </a:cubicBezTo>
                  <a:cubicBezTo>
                    <a:pt x="731" y="1620"/>
                    <a:pt x="1489" y="764"/>
                    <a:pt x="2472" y="708"/>
                  </a:cubicBezTo>
                  <a:lnTo>
                    <a:pt x="4634" y="581"/>
                  </a:lnTo>
                  <a:lnTo>
                    <a:pt x="2346" y="47"/>
                  </a:lnTo>
                  <a:cubicBezTo>
                    <a:pt x="2209" y="16"/>
                    <a:pt x="2073" y="1"/>
                    <a:pt x="1938" y="1"/>
                  </a:cubicBezTo>
                  <a:close/>
                </a:path>
              </a:pathLst>
            </a:custGeom>
            <a:solidFill>
              <a:srgbClr val="3C3C3B">
                <a:alpha val="487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5" name="Google Shape;265;p31"/>
          <p:cNvGrpSpPr/>
          <p:nvPr/>
        </p:nvGrpSpPr>
        <p:grpSpPr>
          <a:xfrm>
            <a:off x="85721" y="131576"/>
            <a:ext cx="1255007" cy="1671494"/>
            <a:chOff x="4429675" y="1959000"/>
            <a:chExt cx="369250" cy="491775"/>
          </a:xfrm>
        </p:grpSpPr>
        <p:sp>
          <p:nvSpPr>
            <p:cNvPr id="266" name="Google Shape;266;p31"/>
            <p:cNvSpPr/>
            <p:nvPr/>
          </p:nvSpPr>
          <p:spPr>
            <a:xfrm>
              <a:off x="4434575" y="1959000"/>
              <a:ext cx="359100" cy="491775"/>
            </a:xfrm>
            <a:custGeom>
              <a:rect b="b" l="l" r="r" t="t"/>
              <a:pathLst>
                <a:path extrusionOk="0" h="19671" w="14364">
                  <a:moveTo>
                    <a:pt x="5996" y="1"/>
                  </a:moveTo>
                  <a:lnTo>
                    <a:pt x="5981" y="2234"/>
                  </a:lnTo>
                  <a:cubicBezTo>
                    <a:pt x="5981" y="2332"/>
                    <a:pt x="5729" y="2612"/>
                    <a:pt x="5238" y="2612"/>
                  </a:cubicBezTo>
                  <a:lnTo>
                    <a:pt x="4620" y="2612"/>
                  </a:lnTo>
                  <a:cubicBezTo>
                    <a:pt x="4424" y="2458"/>
                    <a:pt x="4184" y="2360"/>
                    <a:pt x="3918" y="2360"/>
                  </a:cubicBezTo>
                  <a:cubicBezTo>
                    <a:pt x="3623" y="2360"/>
                    <a:pt x="3357" y="2472"/>
                    <a:pt x="3160" y="2655"/>
                  </a:cubicBezTo>
                  <a:cubicBezTo>
                    <a:pt x="1391" y="2921"/>
                    <a:pt x="57" y="4297"/>
                    <a:pt x="57" y="5954"/>
                  </a:cubicBezTo>
                  <a:lnTo>
                    <a:pt x="57" y="5982"/>
                  </a:lnTo>
                  <a:cubicBezTo>
                    <a:pt x="57" y="6740"/>
                    <a:pt x="338" y="7428"/>
                    <a:pt x="801" y="7990"/>
                  </a:cubicBezTo>
                  <a:cubicBezTo>
                    <a:pt x="731" y="8116"/>
                    <a:pt x="689" y="8256"/>
                    <a:pt x="689" y="8411"/>
                  </a:cubicBezTo>
                  <a:cubicBezTo>
                    <a:pt x="689" y="8889"/>
                    <a:pt x="1082" y="9282"/>
                    <a:pt x="1560" y="9282"/>
                  </a:cubicBezTo>
                  <a:cubicBezTo>
                    <a:pt x="1812" y="9282"/>
                    <a:pt x="2037" y="9183"/>
                    <a:pt x="2191" y="9014"/>
                  </a:cubicBezTo>
                  <a:cubicBezTo>
                    <a:pt x="2668" y="9211"/>
                    <a:pt x="3202" y="9323"/>
                    <a:pt x="3763" y="9323"/>
                  </a:cubicBezTo>
                  <a:lnTo>
                    <a:pt x="5588" y="9323"/>
                  </a:lnTo>
                  <a:cubicBezTo>
                    <a:pt x="5743" y="9562"/>
                    <a:pt x="6010" y="9716"/>
                    <a:pt x="6318" y="9716"/>
                  </a:cubicBezTo>
                  <a:cubicBezTo>
                    <a:pt x="6627" y="9716"/>
                    <a:pt x="6895" y="9562"/>
                    <a:pt x="7063" y="9323"/>
                  </a:cubicBezTo>
                  <a:lnTo>
                    <a:pt x="10657" y="9323"/>
                  </a:lnTo>
                  <a:cubicBezTo>
                    <a:pt x="11148" y="9323"/>
                    <a:pt x="11415" y="9591"/>
                    <a:pt x="11415" y="9703"/>
                  </a:cubicBezTo>
                  <a:lnTo>
                    <a:pt x="11415" y="9801"/>
                  </a:lnTo>
                  <a:cubicBezTo>
                    <a:pt x="11415" y="9913"/>
                    <a:pt x="11148" y="10194"/>
                    <a:pt x="10657" y="10194"/>
                  </a:cubicBezTo>
                  <a:lnTo>
                    <a:pt x="8888" y="10194"/>
                  </a:lnTo>
                  <a:cubicBezTo>
                    <a:pt x="8733" y="9913"/>
                    <a:pt x="8439" y="9716"/>
                    <a:pt x="8102" y="9716"/>
                  </a:cubicBezTo>
                  <a:cubicBezTo>
                    <a:pt x="7765" y="9716"/>
                    <a:pt x="7470" y="9913"/>
                    <a:pt x="7316" y="10194"/>
                  </a:cubicBezTo>
                  <a:lnTo>
                    <a:pt x="3763" y="10194"/>
                  </a:lnTo>
                  <a:cubicBezTo>
                    <a:pt x="3188" y="10194"/>
                    <a:pt x="2655" y="10306"/>
                    <a:pt x="2177" y="10517"/>
                  </a:cubicBezTo>
                  <a:cubicBezTo>
                    <a:pt x="2093" y="10474"/>
                    <a:pt x="1994" y="10461"/>
                    <a:pt x="1882" y="10461"/>
                  </a:cubicBezTo>
                  <a:cubicBezTo>
                    <a:pt x="1405" y="10461"/>
                    <a:pt x="1026" y="10839"/>
                    <a:pt x="998" y="11303"/>
                  </a:cubicBezTo>
                  <a:cubicBezTo>
                    <a:pt x="408" y="11893"/>
                    <a:pt x="57" y="12679"/>
                    <a:pt x="57" y="13522"/>
                  </a:cubicBezTo>
                  <a:lnTo>
                    <a:pt x="57" y="13591"/>
                  </a:lnTo>
                  <a:cubicBezTo>
                    <a:pt x="57" y="13816"/>
                    <a:pt x="85" y="14040"/>
                    <a:pt x="128" y="14252"/>
                  </a:cubicBezTo>
                  <a:cubicBezTo>
                    <a:pt x="57" y="14406"/>
                    <a:pt x="1" y="14589"/>
                    <a:pt x="1" y="14771"/>
                  </a:cubicBezTo>
                  <a:cubicBezTo>
                    <a:pt x="1" y="15444"/>
                    <a:pt x="534" y="15993"/>
                    <a:pt x="1208" y="16006"/>
                  </a:cubicBezTo>
                  <a:cubicBezTo>
                    <a:pt x="1784" y="16498"/>
                    <a:pt x="2542" y="16835"/>
                    <a:pt x="3385" y="16905"/>
                  </a:cubicBezTo>
                  <a:cubicBezTo>
                    <a:pt x="3567" y="17101"/>
                    <a:pt x="3819" y="17213"/>
                    <a:pt x="4100" y="17213"/>
                  </a:cubicBezTo>
                  <a:cubicBezTo>
                    <a:pt x="4381" y="17213"/>
                    <a:pt x="4620" y="17101"/>
                    <a:pt x="4802" y="16919"/>
                  </a:cubicBezTo>
                  <a:lnTo>
                    <a:pt x="5659" y="16919"/>
                  </a:lnTo>
                  <a:cubicBezTo>
                    <a:pt x="6136" y="16919"/>
                    <a:pt x="6403" y="17200"/>
                    <a:pt x="6403" y="17312"/>
                  </a:cubicBezTo>
                  <a:lnTo>
                    <a:pt x="6403" y="19671"/>
                  </a:lnTo>
                  <a:lnTo>
                    <a:pt x="9366" y="19671"/>
                  </a:lnTo>
                  <a:lnTo>
                    <a:pt x="9366" y="17312"/>
                  </a:lnTo>
                  <a:cubicBezTo>
                    <a:pt x="9366" y="16848"/>
                    <a:pt x="9253" y="16399"/>
                    <a:pt x="9070" y="15993"/>
                  </a:cubicBezTo>
                  <a:cubicBezTo>
                    <a:pt x="9085" y="15922"/>
                    <a:pt x="9098" y="15852"/>
                    <a:pt x="9098" y="15768"/>
                  </a:cubicBezTo>
                  <a:cubicBezTo>
                    <a:pt x="9098" y="15220"/>
                    <a:pt x="8649" y="14771"/>
                    <a:pt x="8102" y="14771"/>
                  </a:cubicBezTo>
                  <a:cubicBezTo>
                    <a:pt x="8087" y="14771"/>
                    <a:pt x="8074" y="14785"/>
                    <a:pt x="8074" y="14785"/>
                  </a:cubicBezTo>
                  <a:cubicBezTo>
                    <a:pt x="7413" y="14280"/>
                    <a:pt x="6571" y="13971"/>
                    <a:pt x="5659" y="13971"/>
                  </a:cubicBezTo>
                  <a:lnTo>
                    <a:pt x="3763" y="13971"/>
                  </a:lnTo>
                  <a:cubicBezTo>
                    <a:pt x="3272" y="13971"/>
                    <a:pt x="3005" y="13704"/>
                    <a:pt x="3005" y="13591"/>
                  </a:cubicBezTo>
                  <a:lnTo>
                    <a:pt x="3005" y="13522"/>
                  </a:lnTo>
                  <a:cubicBezTo>
                    <a:pt x="3005" y="13409"/>
                    <a:pt x="3272" y="13142"/>
                    <a:pt x="3763" y="13142"/>
                  </a:cubicBezTo>
                  <a:lnTo>
                    <a:pt x="3791" y="13142"/>
                  </a:lnTo>
                  <a:cubicBezTo>
                    <a:pt x="4031" y="13395"/>
                    <a:pt x="4367" y="13550"/>
                    <a:pt x="4746" y="13550"/>
                  </a:cubicBezTo>
                  <a:cubicBezTo>
                    <a:pt x="5111" y="13550"/>
                    <a:pt x="5448" y="13395"/>
                    <a:pt x="5687" y="13142"/>
                  </a:cubicBezTo>
                  <a:lnTo>
                    <a:pt x="10573" y="13142"/>
                  </a:lnTo>
                  <a:cubicBezTo>
                    <a:pt x="10811" y="13395"/>
                    <a:pt x="11135" y="13550"/>
                    <a:pt x="11513" y="13550"/>
                  </a:cubicBezTo>
                  <a:cubicBezTo>
                    <a:pt x="12131" y="13550"/>
                    <a:pt x="12651" y="13114"/>
                    <a:pt x="12791" y="12539"/>
                  </a:cubicBezTo>
                  <a:cubicBezTo>
                    <a:pt x="13746" y="11935"/>
                    <a:pt x="14364" y="10938"/>
                    <a:pt x="14364" y="9801"/>
                  </a:cubicBezTo>
                  <a:lnTo>
                    <a:pt x="14364" y="9703"/>
                  </a:lnTo>
                  <a:cubicBezTo>
                    <a:pt x="14364" y="7863"/>
                    <a:pt x="12707" y="6375"/>
                    <a:pt x="10657" y="6375"/>
                  </a:cubicBezTo>
                  <a:lnTo>
                    <a:pt x="10629" y="6375"/>
                  </a:lnTo>
                  <a:cubicBezTo>
                    <a:pt x="10390" y="6038"/>
                    <a:pt x="9997" y="5813"/>
                    <a:pt x="9562" y="5813"/>
                  </a:cubicBezTo>
                  <a:cubicBezTo>
                    <a:pt x="9126" y="5813"/>
                    <a:pt x="8733" y="6038"/>
                    <a:pt x="8495" y="6375"/>
                  </a:cubicBezTo>
                  <a:lnTo>
                    <a:pt x="4311" y="6375"/>
                  </a:lnTo>
                  <a:cubicBezTo>
                    <a:pt x="4156" y="6038"/>
                    <a:pt x="3819" y="5813"/>
                    <a:pt x="3426" y="5813"/>
                  </a:cubicBezTo>
                  <a:cubicBezTo>
                    <a:pt x="3286" y="5813"/>
                    <a:pt x="3145" y="5856"/>
                    <a:pt x="3020" y="5912"/>
                  </a:cubicBezTo>
                  <a:cubicBezTo>
                    <a:pt x="3061" y="5785"/>
                    <a:pt x="3314" y="5561"/>
                    <a:pt x="3763" y="5561"/>
                  </a:cubicBezTo>
                  <a:lnTo>
                    <a:pt x="5238" y="5561"/>
                  </a:lnTo>
                  <a:cubicBezTo>
                    <a:pt x="7260" y="5561"/>
                    <a:pt x="8930" y="4087"/>
                    <a:pt x="8944" y="2262"/>
                  </a:cubicBezTo>
                  <a:lnTo>
                    <a:pt x="895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" name="Google Shape;267;p31"/>
            <p:cNvSpPr/>
            <p:nvPr/>
          </p:nvSpPr>
          <p:spPr>
            <a:xfrm>
              <a:off x="4429675" y="1959000"/>
              <a:ext cx="295200" cy="491775"/>
            </a:xfrm>
            <a:custGeom>
              <a:rect b="b" l="l" r="r" t="t"/>
              <a:pathLst>
                <a:path extrusionOk="0" h="19671" w="11808">
                  <a:moveTo>
                    <a:pt x="10853" y="9534"/>
                  </a:moveTo>
                  <a:cubicBezTo>
                    <a:pt x="11176" y="9534"/>
                    <a:pt x="11372" y="9675"/>
                    <a:pt x="11400" y="9731"/>
                  </a:cubicBezTo>
                  <a:lnTo>
                    <a:pt x="11400" y="9787"/>
                  </a:lnTo>
                  <a:cubicBezTo>
                    <a:pt x="11372" y="9843"/>
                    <a:pt x="11176" y="9984"/>
                    <a:pt x="10853" y="9984"/>
                  </a:cubicBezTo>
                  <a:lnTo>
                    <a:pt x="9197" y="9984"/>
                  </a:lnTo>
                  <a:cubicBezTo>
                    <a:pt x="9013" y="9731"/>
                    <a:pt x="8747" y="9576"/>
                    <a:pt x="8452" y="9534"/>
                  </a:cubicBezTo>
                  <a:close/>
                  <a:moveTo>
                    <a:pt x="5996" y="1"/>
                  </a:moveTo>
                  <a:lnTo>
                    <a:pt x="5981" y="2206"/>
                  </a:lnTo>
                  <a:cubicBezTo>
                    <a:pt x="5939" y="2262"/>
                    <a:pt x="5756" y="2402"/>
                    <a:pt x="5434" y="2402"/>
                  </a:cubicBezTo>
                  <a:lnTo>
                    <a:pt x="4886" y="2402"/>
                  </a:lnTo>
                  <a:cubicBezTo>
                    <a:pt x="4657" y="2245"/>
                    <a:pt x="4389" y="2168"/>
                    <a:pt x="4120" y="2168"/>
                  </a:cubicBezTo>
                  <a:cubicBezTo>
                    <a:pt x="3813" y="2168"/>
                    <a:pt x="3505" y="2270"/>
                    <a:pt x="3257" y="2472"/>
                  </a:cubicBezTo>
                  <a:cubicBezTo>
                    <a:pt x="1391" y="2767"/>
                    <a:pt x="43" y="4227"/>
                    <a:pt x="43" y="5954"/>
                  </a:cubicBezTo>
                  <a:lnTo>
                    <a:pt x="43" y="5982"/>
                  </a:lnTo>
                  <a:cubicBezTo>
                    <a:pt x="43" y="6712"/>
                    <a:pt x="295" y="7414"/>
                    <a:pt x="758" y="8018"/>
                  </a:cubicBezTo>
                  <a:cubicBezTo>
                    <a:pt x="717" y="8144"/>
                    <a:pt x="689" y="8271"/>
                    <a:pt x="689" y="8411"/>
                  </a:cubicBezTo>
                  <a:cubicBezTo>
                    <a:pt x="689" y="9001"/>
                    <a:pt x="1166" y="9478"/>
                    <a:pt x="1756" y="9478"/>
                  </a:cubicBezTo>
                  <a:cubicBezTo>
                    <a:pt x="2008" y="9478"/>
                    <a:pt x="2246" y="9394"/>
                    <a:pt x="2429" y="9239"/>
                  </a:cubicBezTo>
                  <a:cubicBezTo>
                    <a:pt x="2920" y="9436"/>
                    <a:pt x="3440" y="9534"/>
                    <a:pt x="3959" y="9534"/>
                  </a:cubicBezTo>
                  <a:lnTo>
                    <a:pt x="5672" y="9534"/>
                  </a:lnTo>
                  <a:cubicBezTo>
                    <a:pt x="5883" y="9772"/>
                    <a:pt x="6192" y="9913"/>
                    <a:pt x="6514" y="9913"/>
                  </a:cubicBezTo>
                  <a:cubicBezTo>
                    <a:pt x="6838" y="9913"/>
                    <a:pt x="7147" y="9772"/>
                    <a:pt x="7357" y="9534"/>
                  </a:cubicBezTo>
                  <a:lnTo>
                    <a:pt x="8143" y="9534"/>
                  </a:lnTo>
                  <a:cubicBezTo>
                    <a:pt x="7849" y="9576"/>
                    <a:pt x="7581" y="9731"/>
                    <a:pt x="7399" y="9984"/>
                  </a:cubicBezTo>
                  <a:lnTo>
                    <a:pt x="3959" y="9984"/>
                  </a:lnTo>
                  <a:cubicBezTo>
                    <a:pt x="3412" y="9984"/>
                    <a:pt x="2879" y="10096"/>
                    <a:pt x="2359" y="10292"/>
                  </a:cubicBezTo>
                  <a:cubicBezTo>
                    <a:pt x="2260" y="10266"/>
                    <a:pt x="2162" y="10253"/>
                    <a:pt x="2068" y="10253"/>
                  </a:cubicBezTo>
                  <a:cubicBezTo>
                    <a:pt x="1519" y="10253"/>
                    <a:pt x="1069" y="10680"/>
                    <a:pt x="997" y="11219"/>
                  </a:cubicBezTo>
                  <a:cubicBezTo>
                    <a:pt x="380" y="11865"/>
                    <a:pt x="43" y="12679"/>
                    <a:pt x="43" y="13522"/>
                  </a:cubicBezTo>
                  <a:lnTo>
                    <a:pt x="43" y="13591"/>
                  </a:lnTo>
                  <a:cubicBezTo>
                    <a:pt x="43" y="13802"/>
                    <a:pt x="71" y="14012"/>
                    <a:pt x="112" y="14224"/>
                  </a:cubicBezTo>
                  <a:cubicBezTo>
                    <a:pt x="43" y="14406"/>
                    <a:pt x="0" y="14589"/>
                    <a:pt x="0" y="14771"/>
                  </a:cubicBezTo>
                  <a:cubicBezTo>
                    <a:pt x="0" y="15529"/>
                    <a:pt x="590" y="16146"/>
                    <a:pt x="1320" y="16203"/>
                  </a:cubicBezTo>
                  <a:cubicBezTo>
                    <a:pt x="1924" y="16695"/>
                    <a:pt x="2696" y="17017"/>
                    <a:pt x="3496" y="17101"/>
                  </a:cubicBezTo>
                  <a:cubicBezTo>
                    <a:pt x="3720" y="17303"/>
                    <a:pt x="4014" y="17405"/>
                    <a:pt x="4306" y="17405"/>
                  </a:cubicBezTo>
                  <a:cubicBezTo>
                    <a:pt x="4582" y="17405"/>
                    <a:pt x="4857" y="17314"/>
                    <a:pt x="5069" y="17129"/>
                  </a:cubicBezTo>
                  <a:lnTo>
                    <a:pt x="5855" y="17129"/>
                  </a:lnTo>
                  <a:cubicBezTo>
                    <a:pt x="6177" y="17129"/>
                    <a:pt x="6361" y="17270"/>
                    <a:pt x="6402" y="17326"/>
                  </a:cubicBezTo>
                  <a:lnTo>
                    <a:pt x="6402" y="19671"/>
                  </a:lnTo>
                  <a:lnTo>
                    <a:pt x="6810" y="19671"/>
                  </a:lnTo>
                  <a:lnTo>
                    <a:pt x="6810" y="17312"/>
                  </a:lnTo>
                  <a:cubicBezTo>
                    <a:pt x="6810" y="17060"/>
                    <a:pt x="6445" y="16723"/>
                    <a:pt x="5855" y="16723"/>
                  </a:cubicBezTo>
                  <a:lnTo>
                    <a:pt x="4914" y="16723"/>
                  </a:lnTo>
                  <a:lnTo>
                    <a:pt x="4858" y="16779"/>
                  </a:lnTo>
                  <a:cubicBezTo>
                    <a:pt x="4707" y="16930"/>
                    <a:pt x="4506" y="17003"/>
                    <a:pt x="4306" y="17003"/>
                  </a:cubicBezTo>
                  <a:cubicBezTo>
                    <a:pt x="4095" y="17003"/>
                    <a:pt x="3886" y="16922"/>
                    <a:pt x="3735" y="16764"/>
                  </a:cubicBezTo>
                  <a:lnTo>
                    <a:pt x="3678" y="16708"/>
                  </a:lnTo>
                  <a:lnTo>
                    <a:pt x="3609" y="16708"/>
                  </a:lnTo>
                  <a:cubicBezTo>
                    <a:pt x="2836" y="16638"/>
                    <a:pt x="2106" y="16329"/>
                    <a:pt x="1531" y="15852"/>
                  </a:cubicBezTo>
                  <a:lnTo>
                    <a:pt x="1475" y="15796"/>
                  </a:lnTo>
                  <a:lnTo>
                    <a:pt x="1404" y="15796"/>
                  </a:lnTo>
                  <a:cubicBezTo>
                    <a:pt x="857" y="15781"/>
                    <a:pt x="408" y="15332"/>
                    <a:pt x="408" y="14771"/>
                  </a:cubicBezTo>
                  <a:cubicBezTo>
                    <a:pt x="408" y="14630"/>
                    <a:pt x="436" y="14476"/>
                    <a:pt x="505" y="14336"/>
                  </a:cubicBezTo>
                  <a:lnTo>
                    <a:pt x="534" y="14265"/>
                  </a:lnTo>
                  <a:lnTo>
                    <a:pt x="520" y="14209"/>
                  </a:lnTo>
                  <a:cubicBezTo>
                    <a:pt x="477" y="13999"/>
                    <a:pt x="449" y="13788"/>
                    <a:pt x="449" y="13591"/>
                  </a:cubicBezTo>
                  <a:lnTo>
                    <a:pt x="449" y="13522"/>
                  </a:lnTo>
                  <a:cubicBezTo>
                    <a:pt x="449" y="12763"/>
                    <a:pt x="773" y="12019"/>
                    <a:pt x="1334" y="11444"/>
                  </a:cubicBezTo>
                  <a:lnTo>
                    <a:pt x="1391" y="11388"/>
                  </a:lnTo>
                  <a:lnTo>
                    <a:pt x="1391" y="11317"/>
                  </a:lnTo>
                  <a:cubicBezTo>
                    <a:pt x="1419" y="10952"/>
                    <a:pt x="1713" y="10658"/>
                    <a:pt x="2078" y="10658"/>
                  </a:cubicBezTo>
                  <a:cubicBezTo>
                    <a:pt x="2149" y="10658"/>
                    <a:pt x="2233" y="10671"/>
                    <a:pt x="2303" y="10699"/>
                  </a:cubicBezTo>
                  <a:lnTo>
                    <a:pt x="2387" y="10727"/>
                  </a:lnTo>
                  <a:lnTo>
                    <a:pt x="2458" y="10699"/>
                  </a:lnTo>
                  <a:cubicBezTo>
                    <a:pt x="2935" y="10489"/>
                    <a:pt x="3440" y="10390"/>
                    <a:pt x="3959" y="10390"/>
                  </a:cubicBezTo>
                  <a:lnTo>
                    <a:pt x="7638" y="10390"/>
                  </a:lnTo>
                  <a:lnTo>
                    <a:pt x="7694" y="10278"/>
                  </a:lnTo>
                  <a:cubicBezTo>
                    <a:pt x="7821" y="10053"/>
                    <a:pt x="8045" y="9913"/>
                    <a:pt x="8298" y="9913"/>
                  </a:cubicBezTo>
                  <a:cubicBezTo>
                    <a:pt x="8551" y="9913"/>
                    <a:pt x="8775" y="10053"/>
                    <a:pt x="8901" y="10278"/>
                  </a:cubicBezTo>
                  <a:lnTo>
                    <a:pt x="8957" y="10390"/>
                  </a:lnTo>
                  <a:lnTo>
                    <a:pt x="10853" y="10390"/>
                  </a:lnTo>
                  <a:cubicBezTo>
                    <a:pt x="11443" y="10390"/>
                    <a:pt x="11808" y="10053"/>
                    <a:pt x="11808" y="9801"/>
                  </a:cubicBezTo>
                  <a:lnTo>
                    <a:pt x="11808" y="9703"/>
                  </a:lnTo>
                  <a:cubicBezTo>
                    <a:pt x="11808" y="9464"/>
                    <a:pt x="11443" y="9127"/>
                    <a:pt x="10853" y="9127"/>
                  </a:cubicBezTo>
                  <a:lnTo>
                    <a:pt x="7147" y="9127"/>
                  </a:lnTo>
                  <a:lnTo>
                    <a:pt x="7091" y="9211"/>
                  </a:lnTo>
                  <a:cubicBezTo>
                    <a:pt x="6964" y="9407"/>
                    <a:pt x="6739" y="9520"/>
                    <a:pt x="6514" y="9520"/>
                  </a:cubicBezTo>
                  <a:cubicBezTo>
                    <a:pt x="6290" y="9520"/>
                    <a:pt x="6080" y="9407"/>
                    <a:pt x="5939" y="9211"/>
                  </a:cubicBezTo>
                  <a:lnTo>
                    <a:pt x="5883" y="9127"/>
                  </a:lnTo>
                  <a:lnTo>
                    <a:pt x="3959" y="9127"/>
                  </a:lnTo>
                  <a:cubicBezTo>
                    <a:pt x="3440" y="9127"/>
                    <a:pt x="2948" y="9029"/>
                    <a:pt x="2471" y="8818"/>
                  </a:cubicBezTo>
                  <a:lnTo>
                    <a:pt x="2345" y="8776"/>
                  </a:lnTo>
                  <a:lnTo>
                    <a:pt x="2246" y="8874"/>
                  </a:lnTo>
                  <a:cubicBezTo>
                    <a:pt x="2121" y="9001"/>
                    <a:pt x="1952" y="9085"/>
                    <a:pt x="1756" y="9085"/>
                  </a:cubicBezTo>
                  <a:cubicBezTo>
                    <a:pt x="1391" y="9085"/>
                    <a:pt x="1095" y="8776"/>
                    <a:pt x="1095" y="8411"/>
                  </a:cubicBezTo>
                  <a:cubicBezTo>
                    <a:pt x="1095" y="8299"/>
                    <a:pt x="1123" y="8187"/>
                    <a:pt x="1179" y="8088"/>
                  </a:cubicBezTo>
                  <a:lnTo>
                    <a:pt x="1236" y="7962"/>
                  </a:lnTo>
                  <a:lnTo>
                    <a:pt x="1151" y="7863"/>
                  </a:lnTo>
                  <a:cubicBezTo>
                    <a:pt x="689" y="7316"/>
                    <a:pt x="449" y="6670"/>
                    <a:pt x="449" y="5982"/>
                  </a:cubicBezTo>
                  <a:lnTo>
                    <a:pt x="449" y="5954"/>
                  </a:lnTo>
                  <a:cubicBezTo>
                    <a:pt x="449" y="4409"/>
                    <a:pt x="1685" y="3118"/>
                    <a:pt x="3384" y="2852"/>
                  </a:cubicBezTo>
                  <a:lnTo>
                    <a:pt x="3440" y="2852"/>
                  </a:lnTo>
                  <a:lnTo>
                    <a:pt x="3482" y="2809"/>
                  </a:lnTo>
                  <a:cubicBezTo>
                    <a:pt x="3658" y="2647"/>
                    <a:pt x="3885" y="2566"/>
                    <a:pt x="4111" y="2566"/>
                  </a:cubicBezTo>
                  <a:cubicBezTo>
                    <a:pt x="4317" y="2566"/>
                    <a:pt x="4522" y="2633"/>
                    <a:pt x="4689" y="2767"/>
                  </a:cubicBezTo>
                  <a:lnTo>
                    <a:pt x="4745" y="2809"/>
                  </a:lnTo>
                  <a:lnTo>
                    <a:pt x="5434" y="2809"/>
                  </a:lnTo>
                  <a:cubicBezTo>
                    <a:pt x="6024" y="2809"/>
                    <a:pt x="6389" y="2472"/>
                    <a:pt x="6389" y="2234"/>
                  </a:cubicBezTo>
                  <a:lnTo>
                    <a:pt x="640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" name="Google Shape;268;p31"/>
            <p:cNvSpPr/>
            <p:nvPr/>
          </p:nvSpPr>
          <p:spPr>
            <a:xfrm>
              <a:off x="4501275" y="1959000"/>
              <a:ext cx="297650" cy="491775"/>
            </a:xfrm>
            <a:custGeom>
              <a:rect b="b" l="l" r="r" t="t"/>
              <a:pathLst>
                <a:path extrusionOk="0" h="19671" w="11906">
                  <a:moveTo>
                    <a:pt x="6093" y="1"/>
                  </a:moveTo>
                  <a:lnTo>
                    <a:pt x="6080" y="2262"/>
                  </a:lnTo>
                  <a:cubicBezTo>
                    <a:pt x="6052" y="3975"/>
                    <a:pt x="4479" y="5364"/>
                    <a:pt x="2570" y="5364"/>
                  </a:cubicBezTo>
                  <a:lnTo>
                    <a:pt x="1095" y="5364"/>
                  </a:lnTo>
                  <a:cubicBezTo>
                    <a:pt x="604" y="5364"/>
                    <a:pt x="253" y="5617"/>
                    <a:pt x="169" y="5841"/>
                  </a:cubicBezTo>
                  <a:lnTo>
                    <a:pt x="0" y="6291"/>
                  </a:lnTo>
                  <a:lnTo>
                    <a:pt x="436" y="6094"/>
                  </a:lnTo>
                  <a:cubicBezTo>
                    <a:pt x="541" y="6045"/>
                    <a:pt x="651" y="6023"/>
                    <a:pt x="758" y="6023"/>
                  </a:cubicBezTo>
                  <a:cubicBezTo>
                    <a:pt x="1050" y="6023"/>
                    <a:pt x="1327" y="6192"/>
                    <a:pt x="1460" y="6459"/>
                  </a:cubicBezTo>
                  <a:lnTo>
                    <a:pt x="1516" y="6571"/>
                  </a:lnTo>
                  <a:lnTo>
                    <a:pt x="5939" y="6571"/>
                  </a:lnTo>
                  <a:lnTo>
                    <a:pt x="5996" y="6487"/>
                  </a:lnTo>
                  <a:cubicBezTo>
                    <a:pt x="6206" y="6193"/>
                    <a:pt x="6543" y="6024"/>
                    <a:pt x="6894" y="6024"/>
                  </a:cubicBezTo>
                  <a:cubicBezTo>
                    <a:pt x="7245" y="6024"/>
                    <a:pt x="7581" y="6193"/>
                    <a:pt x="7793" y="6487"/>
                  </a:cubicBezTo>
                  <a:lnTo>
                    <a:pt x="7849" y="6571"/>
                  </a:lnTo>
                  <a:lnTo>
                    <a:pt x="7989" y="6571"/>
                  </a:lnTo>
                  <a:cubicBezTo>
                    <a:pt x="9927" y="6571"/>
                    <a:pt x="11499" y="7975"/>
                    <a:pt x="11499" y="9703"/>
                  </a:cubicBezTo>
                  <a:lnTo>
                    <a:pt x="11499" y="9801"/>
                  </a:lnTo>
                  <a:cubicBezTo>
                    <a:pt x="11499" y="10826"/>
                    <a:pt x="10938" y="11781"/>
                    <a:pt x="10011" y="12370"/>
                  </a:cubicBezTo>
                  <a:lnTo>
                    <a:pt x="9940" y="12412"/>
                  </a:lnTo>
                  <a:lnTo>
                    <a:pt x="9927" y="12496"/>
                  </a:lnTo>
                  <a:cubicBezTo>
                    <a:pt x="9800" y="13002"/>
                    <a:pt x="9365" y="13353"/>
                    <a:pt x="8845" y="13353"/>
                  </a:cubicBezTo>
                  <a:cubicBezTo>
                    <a:pt x="8536" y="13353"/>
                    <a:pt x="8255" y="13226"/>
                    <a:pt x="8045" y="13002"/>
                  </a:cubicBezTo>
                  <a:lnTo>
                    <a:pt x="7989" y="12945"/>
                  </a:lnTo>
                  <a:lnTo>
                    <a:pt x="2935" y="12945"/>
                  </a:lnTo>
                  <a:lnTo>
                    <a:pt x="2879" y="13002"/>
                  </a:lnTo>
                  <a:cubicBezTo>
                    <a:pt x="2654" y="13226"/>
                    <a:pt x="2373" y="13353"/>
                    <a:pt x="2078" y="13353"/>
                  </a:cubicBezTo>
                  <a:cubicBezTo>
                    <a:pt x="1769" y="13353"/>
                    <a:pt x="1488" y="13226"/>
                    <a:pt x="1278" y="13002"/>
                  </a:cubicBezTo>
                  <a:lnTo>
                    <a:pt x="1222" y="12945"/>
                  </a:lnTo>
                  <a:lnTo>
                    <a:pt x="1095" y="12945"/>
                  </a:lnTo>
                  <a:cubicBezTo>
                    <a:pt x="506" y="12945"/>
                    <a:pt x="141" y="13282"/>
                    <a:pt x="141" y="13522"/>
                  </a:cubicBezTo>
                  <a:lnTo>
                    <a:pt x="141" y="13591"/>
                  </a:lnTo>
                  <a:cubicBezTo>
                    <a:pt x="141" y="13830"/>
                    <a:pt x="506" y="14167"/>
                    <a:pt x="1095" y="14167"/>
                  </a:cubicBezTo>
                  <a:lnTo>
                    <a:pt x="2991" y="14167"/>
                  </a:lnTo>
                  <a:cubicBezTo>
                    <a:pt x="3819" y="14167"/>
                    <a:pt x="4633" y="14448"/>
                    <a:pt x="5279" y="14939"/>
                  </a:cubicBezTo>
                  <a:lnTo>
                    <a:pt x="5335" y="14982"/>
                  </a:lnTo>
                  <a:lnTo>
                    <a:pt x="5434" y="14982"/>
                  </a:lnTo>
                  <a:cubicBezTo>
                    <a:pt x="5869" y="14982"/>
                    <a:pt x="6220" y="15332"/>
                    <a:pt x="6220" y="15768"/>
                  </a:cubicBezTo>
                  <a:cubicBezTo>
                    <a:pt x="6220" y="15824"/>
                    <a:pt x="6220" y="15880"/>
                    <a:pt x="6206" y="15950"/>
                  </a:cubicBezTo>
                  <a:lnTo>
                    <a:pt x="6178" y="16021"/>
                  </a:lnTo>
                  <a:lnTo>
                    <a:pt x="6220" y="16077"/>
                  </a:lnTo>
                  <a:cubicBezTo>
                    <a:pt x="6402" y="16470"/>
                    <a:pt x="6486" y="16891"/>
                    <a:pt x="6486" y="17312"/>
                  </a:cubicBezTo>
                  <a:lnTo>
                    <a:pt x="6486" y="19671"/>
                  </a:lnTo>
                  <a:lnTo>
                    <a:pt x="6894" y="19671"/>
                  </a:lnTo>
                  <a:lnTo>
                    <a:pt x="6894" y="17312"/>
                  </a:lnTo>
                  <a:cubicBezTo>
                    <a:pt x="6894" y="16848"/>
                    <a:pt x="6795" y="16399"/>
                    <a:pt x="6613" y="15978"/>
                  </a:cubicBezTo>
                  <a:cubicBezTo>
                    <a:pt x="6627" y="15894"/>
                    <a:pt x="6627" y="15838"/>
                    <a:pt x="6627" y="15768"/>
                  </a:cubicBezTo>
                  <a:cubicBezTo>
                    <a:pt x="6627" y="15122"/>
                    <a:pt x="6108" y="14589"/>
                    <a:pt x="5462" y="14574"/>
                  </a:cubicBezTo>
                  <a:cubicBezTo>
                    <a:pt x="4760" y="14055"/>
                    <a:pt x="3890" y="13760"/>
                    <a:pt x="2991" y="13760"/>
                  </a:cubicBezTo>
                  <a:lnTo>
                    <a:pt x="1095" y="13760"/>
                  </a:lnTo>
                  <a:cubicBezTo>
                    <a:pt x="773" y="13760"/>
                    <a:pt x="590" y="13619"/>
                    <a:pt x="548" y="13563"/>
                  </a:cubicBezTo>
                  <a:lnTo>
                    <a:pt x="548" y="13550"/>
                  </a:lnTo>
                  <a:cubicBezTo>
                    <a:pt x="590" y="13494"/>
                    <a:pt x="758" y="13353"/>
                    <a:pt x="1054" y="13353"/>
                  </a:cubicBezTo>
                  <a:cubicBezTo>
                    <a:pt x="1334" y="13606"/>
                    <a:pt x="1685" y="13746"/>
                    <a:pt x="2078" y="13746"/>
                  </a:cubicBezTo>
                  <a:cubicBezTo>
                    <a:pt x="2458" y="13746"/>
                    <a:pt x="2823" y="13606"/>
                    <a:pt x="3103" y="13339"/>
                  </a:cubicBezTo>
                  <a:lnTo>
                    <a:pt x="7821" y="13339"/>
                  </a:lnTo>
                  <a:cubicBezTo>
                    <a:pt x="8102" y="13606"/>
                    <a:pt x="8467" y="13746"/>
                    <a:pt x="8845" y="13746"/>
                  </a:cubicBezTo>
                  <a:cubicBezTo>
                    <a:pt x="9519" y="13746"/>
                    <a:pt x="10109" y="13310"/>
                    <a:pt x="10292" y="12665"/>
                  </a:cubicBezTo>
                  <a:cubicBezTo>
                    <a:pt x="11303" y="11991"/>
                    <a:pt x="11906" y="10938"/>
                    <a:pt x="11906" y="9801"/>
                  </a:cubicBezTo>
                  <a:lnTo>
                    <a:pt x="11906" y="9703"/>
                  </a:lnTo>
                  <a:cubicBezTo>
                    <a:pt x="11906" y="7779"/>
                    <a:pt x="10179" y="6193"/>
                    <a:pt x="8059" y="6165"/>
                  </a:cubicBezTo>
                  <a:cubicBezTo>
                    <a:pt x="7765" y="5828"/>
                    <a:pt x="7343" y="5617"/>
                    <a:pt x="6894" y="5617"/>
                  </a:cubicBezTo>
                  <a:cubicBezTo>
                    <a:pt x="6445" y="5617"/>
                    <a:pt x="6024" y="5828"/>
                    <a:pt x="5728" y="6165"/>
                  </a:cubicBezTo>
                  <a:lnTo>
                    <a:pt x="1756" y="6165"/>
                  </a:lnTo>
                  <a:cubicBezTo>
                    <a:pt x="1657" y="5996"/>
                    <a:pt x="1503" y="5856"/>
                    <a:pt x="1334" y="5772"/>
                  </a:cubicBezTo>
                  <a:lnTo>
                    <a:pt x="2570" y="5772"/>
                  </a:lnTo>
                  <a:cubicBezTo>
                    <a:pt x="4704" y="5772"/>
                    <a:pt x="6458" y="4199"/>
                    <a:pt x="6473" y="2262"/>
                  </a:cubicBezTo>
                  <a:lnTo>
                    <a:pt x="648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" name="Google Shape;269;p31"/>
            <p:cNvSpPr/>
            <p:nvPr/>
          </p:nvSpPr>
          <p:spPr>
            <a:xfrm>
              <a:off x="4527950" y="2240500"/>
              <a:ext cx="49525" cy="49525"/>
            </a:xfrm>
            <a:custGeom>
              <a:rect b="b" l="l" r="r" t="t"/>
              <a:pathLst>
                <a:path extrusionOk="0" h="1981" w="1981">
                  <a:moveTo>
                    <a:pt x="983" y="1"/>
                  </a:moveTo>
                  <a:cubicBezTo>
                    <a:pt x="449" y="1"/>
                    <a:pt x="0" y="450"/>
                    <a:pt x="0" y="998"/>
                  </a:cubicBezTo>
                  <a:cubicBezTo>
                    <a:pt x="0" y="1532"/>
                    <a:pt x="449" y="1981"/>
                    <a:pt x="983" y="1981"/>
                  </a:cubicBezTo>
                  <a:cubicBezTo>
                    <a:pt x="1531" y="1981"/>
                    <a:pt x="1980" y="1532"/>
                    <a:pt x="1980" y="998"/>
                  </a:cubicBezTo>
                  <a:cubicBezTo>
                    <a:pt x="1980" y="450"/>
                    <a:pt x="1531" y="1"/>
                    <a:pt x="98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" name="Google Shape;270;p31"/>
            <p:cNvSpPr/>
            <p:nvPr/>
          </p:nvSpPr>
          <p:spPr>
            <a:xfrm>
              <a:off x="4497425" y="2114525"/>
              <a:ext cx="40375" cy="40375"/>
            </a:xfrm>
            <a:custGeom>
              <a:rect b="b" l="l" r="r" t="t"/>
              <a:pathLst>
                <a:path extrusionOk="0" h="1615" w="1615">
                  <a:moveTo>
                    <a:pt x="815" y="0"/>
                  </a:moveTo>
                  <a:cubicBezTo>
                    <a:pt x="365" y="0"/>
                    <a:pt x="0" y="350"/>
                    <a:pt x="0" y="800"/>
                  </a:cubicBezTo>
                  <a:cubicBezTo>
                    <a:pt x="0" y="1249"/>
                    <a:pt x="365" y="1614"/>
                    <a:pt x="815" y="1614"/>
                  </a:cubicBezTo>
                  <a:cubicBezTo>
                    <a:pt x="1249" y="1614"/>
                    <a:pt x="1614" y="1249"/>
                    <a:pt x="1614" y="800"/>
                  </a:cubicBezTo>
                  <a:cubicBezTo>
                    <a:pt x="1614" y="350"/>
                    <a:pt x="1249" y="0"/>
                    <a:pt x="81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" name="Google Shape;271;p31"/>
            <p:cNvSpPr/>
            <p:nvPr/>
          </p:nvSpPr>
          <p:spPr>
            <a:xfrm>
              <a:off x="4512500" y="2027475"/>
              <a:ext cx="40025" cy="40375"/>
            </a:xfrm>
            <a:custGeom>
              <a:rect b="b" l="l" r="r" t="t"/>
              <a:pathLst>
                <a:path extrusionOk="0" h="1615" w="1601">
                  <a:moveTo>
                    <a:pt x="801" y="0"/>
                  </a:moveTo>
                  <a:cubicBezTo>
                    <a:pt x="352" y="0"/>
                    <a:pt x="0" y="365"/>
                    <a:pt x="0" y="800"/>
                  </a:cubicBezTo>
                  <a:cubicBezTo>
                    <a:pt x="0" y="1249"/>
                    <a:pt x="352" y="1614"/>
                    <a:pt x="801" y="1614"/>
                  </a:cubicBezTo>
                  <a:cubicBezTo>
                    <a:pt x="1250" y="1614"/>
                    <a:pt x="1601" y="1249"/>
                    <a:pt x="1601" y="800"/>
                  </a:cubicBezTo>
                  <a:cubicBezTo>
                    <a:pt x="1601" y="365"/>
                    <a:pt x="1250" y="0"/>
                    <a:pt x="80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" name="Google Shape;272;p31"/>
            <p:cNvSpPr/>
            <p:nvPr/>
          </p:nvSpPr>
          <p:spPr>
            <a:xfrm>
              <a:off x="4649050" y="2112400"/>
              <a:ext cx="49500" cy="49500"/>
            </a:xfrm>
            <a:custGeom>
              <a:rect b="b" l="l" r="r" t="t"/>
              <a:pathLst>
                <a:path extrusionOk="0" h="1980" w="1980">
                  <a:moveTo>
                    <a:pt x="997" y="1"/>
                  </a:moveTo>
                  <a:cubicBezTo>
                    <a:pt x="450" y="1"/>
                    <a:pt x="0" y="450"/>
                    <a:pt x="0" y="984"/>
                  </a:cubicBezTo>
                  <a:cubicBezTo>
                    <a:pt x="0" y="1531"/>
                    <a:pt x="450" y="1980"/>
                    <a:pt x="997" y="1980"/>
                  </a:cubicBezTo>
                  <a:cubicBezTo>
                    <a:pt x="1530" y="1980"/>
                    <a:pt x="1979" y="1531"/>
                    <a:pt x="1979" y="984"/>
                  </a:cubicBezTo>
                  <a:cubicBezTo>
                    <a:pt x="1979" y="450"/>
                    <a:pt x="1530" y="1"/>
                    <a:pt x="99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" name="Google Shape;273;p31"/>
            <p:cNvSpPr/>
            <p:nvPr/>
          </p:nvSpPr>
          <p:spPr>
            <a:xfrm>
              <a:off x="4443700" y="2302975"/>
              <a:ext cx="49175" cy="49175"/>
            </a:xfrm>
            <a:custGeom>
              <a:rect b="b" l="l" r="r" t="t"/>
              <a:pathLst>
                <a:path extrusionOk="0" h="1967" w="1967">
                  <a:moveTo>
                    <a:pt x="983" y="1"/>
                  </a:moveTo>
                  <a:cubicBezTo>
                    <a:pt x="436" y="1"/>
                    <a:pt x="1" y="436"/>
                    <a:pt x="1" y="983"/>
                  </a:cubicBezTo>
                  <a:cubicBezTo>
                    <a:pt x="1" y="1532"/>
                    <a:pt x="436" y="1966"/>
                    <a:pt x="983" y="1966"/>
                  </a:cubicBezTo>
                  <a:cubicBezTo>
                    <a:pt x="1532" y="1966"/>
                    <a:pt x="1966" y="1532"/>
                    <a:pt x="1966" y="983"/>
                  </a:cubicBezTo>
                  <a:cubicBezTo>
                    <a:pt x="1966" y="436"/>
                    <a:pt x="1532" y="1"/>
                    <a:pt x="98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" name="Google Shape;274;p31"/>
            <p:cNvSpPr/>
            <p:nvPr/>
          </p:nvSpPr>
          <p:spPr>
            <a:xfrm>
              <a:off x="4623075" y="2210675"/>
              <a:ext cx="27725" cy="27750"/>
            </a:xfrm>
            <a:custGeom>
              <a:rect b="b" l="l" r="r" t="t"/>
              <a:pathLst>
                <a:path extrusionOk="0" h="1110" w="1109">
                  <a:moveTo>
                    <a:pt x="562" y="1"/>
                  </a:moveTo>
                  <a:cubicBezTo>
                    <a:pt x="253" y="1"/>
                    <a:pt x="0" y="239"/>
                    <a:pt x="0" y="548"/>
                  </a:cubicBezTo>
                  <a:cubicBezTo>
                    <a:pt x="0" y="857"/>
                    <a:pt x="253" y="1109"/>
                    <a:pt x="562" y="1109"/>
                  </a:cubicBezTo>
                  <a:cubicBezTo>
                    <a:pt x="856" y="1109"/>
                    <a:pt x="1109" y="857"/>
                    <a:pt x="1109" y="548"/>
                  </a:cubicBezTo>
                  <a:cubicBezTo>
                    <a:pt x="1109" y="239"/>
                    <a:pt x="856" y="1"/>
                    <a:pt x="56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" name="Google Shape;275;p31"/>
            <p:cNvSpPr/>
            <p:nvPr/>
          </p:nvSpPr>
          <p:spPr>
            <a:xfrm>
              <a:off x="4522700" y="2350725"/>
              <a:ext cx="31250" cy="30900"/>
            </a:xfrm>
            <a:custGeom>
              <a:rect b="b" l="l" r="r" t="t"/>
              <a:pathLst>
                <a:path extrusionOk="0" h="1236" w="1250">
                  <a:moveTo>
                    <a:pt x="618" y="0"/>
                  </a:moveTo>
                  <a:cubicBezTo>
                    <a:pt x="281" y="0"/>
                    <a:pt x="0" y="281"/>
                    <a:pt x="0" y="618"/>
                  </a:cubicBezTo>
                  <a:cubicBezTo>
                    <a:pt x="0" y="969"/>
                    <a:pt x="281" y="1236"/>
                    <a:pt x="618" y="1236"/>
                  </a:cubicBezTo>
                  <a:cubicBezTo>
                    <a:pt x="968" y="1236"/>
                    <a:pt x="1249" y="969"/>
                    <a:pt x="1249" y="618"/>
                  </a:cubicBezTo>
                  <a:cubicBezTo>
                    <a:pt x="1249" y="281"/>
                    <a:pt x="968" y="0"/>
                    <a:pt x="61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" name="Google Shape;276;p31"/>
            <p:cNvSpPr/>
            <p:nvPr/>
          </p:nvSpPr>
          <p:spPr>
            <a:xfrm>
              <a:off x="4618850" y="2338075"/>
              <a:ext cx="34075" cy="34100"/>
            </a:xfrm>
            <a:custGeom>
              <a:rect b="b" l="l" r="r" t="t"/>
              <a:pathLst>
                <a:path extrusionOk="0" h="1364" w="1363">
                  <a:moveTo>
                    <a:pt x="688" y="1"/>
                  </a:moveTo>
                  <a:cubicBezTo>
                    <a:pt x="310" y="1"/>
                    <a:pt x="1" y="296"/>
                    <a:pt x="1" y="675"/>
                  </a:cubicBezTo>
                  <a:cubicBezTo>
                    <a:pt x="1" y="1054"/>
                    <a:pt x="310" y="1363"/>
                    <a:pt x="688" y="1363"/>
                  </a:cubicBezTo>
                  <a:cubicBezTo>
                    <a:pt x="1053" y="1363"/>
                    <a:pt x="1362" y="1054"/>
                    <a:pt x="1362" y="675"/>
                  </a:cubicBezTo>
                  <a:cubicBezTo>
                    <a:pt x="1362" y="296"/>
                    <a:pt x="1053" y="1"/>
                    <a:pt x="68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" name="Google Shape;277;p31"/>
            <p:cNvSpPr/>
            <p:nvPr/>
          </p:nvSpPr>
          <p:spPr>
            <a:xfrm>
              <a:off x="4579875" y="2168200"/>
              <a:ext cx="25675" cy="25650"/>
            </a:xfrm>
            <a:custGeom>
              <a:rect b="b" l="l" r="r" t="t"/>
              <a:pathLst>
                <a:path extrusionOk="0" h="1026" w="1027">
                  <a:moveTo>
                    <a:pt x="521" y="1"/>
                  </a:moveTo>
                  <a:cubicBezTo>
                    <a:pt x="226" y="1"/>
                    <a:pt x="1" y="225"/>
                    <a:pt x="1" y="506"/>
                  </a:cubicBezTo>
                  <a:cubicBezTo>
                    <a:pt x="1" y="801"/>
                    <a:pt x="226" y="1026"/>
                    <a:pt x="521" y="1026"/>
                  </a:cubicBezTo>
                  <a:cubicBezTo>
                    <a:pt x="802" y="1026"/>
                    <a:pt x="1026" y="801"/>
                    <a:pt x="1026" y="506"/>
                  </a:cubicBezTo>
                  <a:cubicBezTo>
                    <a:pt x="1026" y="225"/>
                    <a:pt x="802" y="1"/>
                    <a:pt x="52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" name="Google Shape;278;p31"/>
            <p:cNvSpPr/>
            <p:nvPr/>
          </p:nvSpPr>
          <p:spPr>
            <a:xfrm>
              <a:off x="4460925" y="2156975"/>
              <a:ext cx="25625" cy="26000"/>
            </a:xfrm>
            <a:custGeom>
              <a:rect b="b" l="l" r="r" t="t"/>
              <a:pathLst>
                <a:path extrusionOk="0" h="1040" w="1025">
                  <a:moveTo>
                    <a:pt x="506" y="0"/>
                  </a:moveTo>
                  <a:cubicBezTo>
                    <a:pt x="225" y="0"/>
                    <a:pt x="0" y="239"/>
                    <a:pt x="0" y="520"/>
                  </a:cubicBezTo>
                  <a:cubicBezTo>
                    <a:pt x="0" y="815"/>
                    <a:pt x="225" y="1039"/>
                    <a:pt x="506" y="1039"/>
                  </a:cubicBezTo>
                  <a:cubicBezTo>
                    <a:pt x="800" y="1039"/>
                    <a:pt x="1024" y="815"/>
                    <a:pt x="1024" y="520"/>
                  </a:cubicBezTo>
                  <a:cubicBezTo>
                    <a:pt x="1024" y="239"/>
                    <a:pt x="800" y="0"/>
                    <a:pt x="50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" name="Google Shape;279;p31"/>
            <p:cNvSpPr/>
            <p:nvPr/>
          </p:nvSpPr>
          <p:spPr>
            <a:xfrm>
              <a:off x="4468275" y="2230675"/>
              <a:ext cx="26000" cy="25650"/>
            </a:xfrm>
            <a:custGeom>
              <a:rect b="b" l="l" r="r" t="t"/>
              <a:pathLst>
                <a:path extrusionOk="0" h="1026" w="1040">
                  <a:moveTo>
                    <a:pt x="520" y="1"/>
                  </a:moveTo>
                  <a:cubicBezTo>
                    <a:pt x="240" y="1"/>
                    <a:pt x="0" y="225"/>
                    <a:pt x="0" y="506"/>
                  </a:cubicBezTo>
                  <a:cubicBezTo>
                    <a:pt x="0" y="801"/>
                    <a:pt x="240" y="1026"/>
                    <a:pt x="520" y="1026"/>
                  </a:cubicBezTo>
                  <a:cubicBezTo>
                    <a:pt x="801" y="1026"/>
                    <a:pt x="1039" y="801"/>
                    <a:pt x="1039" y="506"/>
                  </a:cubicBezTo>
                  <a:cubicBezTo>
                    <a:pt x="1039" y="225"/>
                    <a:pt x="801" y="1"/>
                    <a:pt x="52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" name="Google Shape;280;p31"/>
            <p:cNvSpPr/>
            <p:nvPr/>
          </p:nvSpPr>
          <p:spPr>
            <a:xfrm>
              <a:off x="4695725" y="2238400"/>
              <a:ext cx="51625" cy="51625"/>
            </a:xfrm>
            <a:custGeom>
              <a:rect b="b" l="l" r="r" t="t"/>
              <a:pathLst>
                <a:path extrusionOk="0" h="2065" w="2065">
                  <a:moveTo>
                    <a:pt x="1039" y="0"/>
                  </a:moveTo>
                  <a:cubicBezTo>
                    <a:pt x="464" y="0"/>
                    <a:pt x="0" y="464"/>
                    <a:pt x="0" y="1026"/>
                  </a:cubicBezTo>
                  <a:cubicBezTo>
                    <a:pt x="0" y="1601"/>
                    <a:pt x="464" y="2065"/>
                    <a:pt x="1039" y="2065"/>
                  </a:cubicBezTo>
                  <a:cubicBezTo>
                    <a:pt x="1601" y="2065"/>
                    <a:pt x="2064" y="1601"/>
                    <a:pt x="2064" y="1026"/>
                  </a:cubicBezTo>
                  <a:cubicBezTo>
                    <a:pt x="2064" y="464"/>
                    <a:pt x="1601" y="0"/>
                    <a:pt x="103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" name="Google Shape;281;p31"/>
            <p:cNvSpPr/>
            <p:nvPr/>
          </p:nvSpPr>
          <p:spPr>
            <a:xfrm>
              <a:off x="4558725" y="2320550"/>
              <a:ext cx="57450" cy="52650"/>
            </a:xfrm>
            <a:custGeom>
              <a:rect b="b" l="l" r="r" t="t"/>
              <a:pathLst>
                <a:path extrusionOk="0" h="2106" w="2298">
                  <a:moveTo>
                    <a:pt x="1152" y="1"/>
                  </a:moveTo>
                  <a:cubicBezTo>
                    <a:pt x="513" y="1"/>
                    <a:pt x="0" y="563"/>
                    <a:pt x="103" y="1222"/>
                  </a:cubicBezTo>
                  <a:cubicBezTo>
                    <a:pt x="173" y="1671"/>
                    <a:pt x="538" y="2036"/>
                    <a:pt x="987" y="2092"/>
                  </a:cubicBezTo>
                  <a:cubicBezTo>
                    <a:pt x="1046" y="2101"/>
                    <a:pt x="1103" y="2106"/>
                    <a:pt x="1159" y="2106"/>
                  </a:cubicBezTo>
                  <a:cubicBezTo>
                    <a:pt x="1797" y="2106"/>
                    <a:pt x="2298" y="1542"/>
                    <a:pt x="2195" y="885"/>
                  </a:cubicBezTo>
                  <a:cubicBezTo>
                    <a:pt x="2125" y="435"/>
                    <a:pt x="1760" y="70"/>
                    <a:pt x="1324" y="14"/>
                  </a:cubicBezTo>
                  <a:cubicBezTo>
                    <a:pt x="1266" y="5"/>
                    <a:pt x="1209" y="1"/>
                    <a:pt x="115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" name="Google Shape;282;p31"/>
            <p:cNvSpPr/>
            <p:nvPr/>
          </p:nvSpPr>
          <p:spPr>
            <a:xfrm>
              <a:off x="4445100" y="2095200"/>
              <a:ext cx="46725" cy="46725"/>
            </a:xfrm>
            <a:custGeom>
              <a:rect b="b" l="l" r="r" t="t"/>
              <a:pathLst>
                <a:path extrusionOk="0" h="1869" w="1869">
                  <a:moveTo>
                    <a:pt x="942" y="0"/>
                  </a:moveTo>
                  <a:cubicBezTo>
                    <a:pt x="422" y="0"/>
                    <a:pt x="1" y="421"/>
                    <a:pt x="1" y="927"/>
                  </a:cubicBezTo>
                  <a:cubicBezTo>
                    <a:pt x="1" y="1447"/>
                    <a:pt x="422" y="1868"/>
                    <a:pt x="942" y="1868"/>
                  </a:cubicBezTo>
                  <a:cubicBezTo>
                    <a:pt x="1447" y="1868"/>
                    <a:pt x="1869" y="1447"/>
                    <a:pt x="1869" y="927"/>
                  </a:cubicBezTo>
                  <a:cubicBezTo>
                    <a:pt x="1869" y="421"/>
                    <a:pt x="1447" y="0"/>
                    <a:pt x="94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" name="Google Shape;283;p31"/>
            <p:cNvSpPr/>
            <p:nvPr/>
          </p:nvSpPr>
          <p:spPr>
            <a:xfrm>
              <a:off x="4560225" y="2030625"/>
              <a:ext cx="54450" cy="54075"/>
            </a:xfrm>
            <a:custGeom>
              <a:rect b="b" l="l" r="r" t="t"/>
              <a:pathLst>
                <a:path extrusionOk="0" h="2163" w="2178">
                  <a:moveTo>
                    <a:pt x="1096" y="0"/>
                  </a:moveTo>
                  <a:cubicBezTo>
                    <a:pt x="493" y="0"/>
                    <a:pt x="1" y="477"/>
                    <a:pt x="1" y="1082"/>
                  </a:cubicBezTo>
                  <a:cubicBezTo>
                    <a:pt x="1" y="1685"/>
                    <a:pt x="493" y="2162"/>
                    <a:pt x="1096" y="2162"/>
                  </a:cubicBezTo>
                  <a:cubicBezTo>
                    <a:pt x="1686" y="2162"/>
                    <a:pt x="2177" y="1685"/>
                    <a:pt x="2177" y="1082"/>
                  </a:cubicBezTo>
                  <a:cubicBezTo>
                    <a:pt x="2177" y="477"/>
                    <a:pt x="1686" y="0"/>
                    <a:pt x="10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theme" Target="../theme/theme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Nunito Black"/>
              <a:buNone/>
              <a:defRPr sz="3500">
                <a:solidFill>
                  <a:schemeClr val="dk1"/>
                </a:solidFill>
                <a:latin typeface="Nunito Black"/>
                <a:ea typeface="Nunito Black"/>
                <a:cs typeface="Nunito Black"/>
                <a:sym typeface="Nunito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Nunito Black"/>
              <a:buNone/>
              <a:defRPr sz="3500">
                <a:solidFill>
                  <a:schemeClr val="dk1"/>
                </a:solidFill>
                <a:latin typeface="Nunito Black"/>
                <a:ea typeface="Nunito Black"/>
                <a:cs typeface="Nunito Black"/>
                <a:sym typeface="Nunito Blac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Nunito Black"/>
              <a:buNone/>
              <a:defRPr sz="3500">
                <a:solidFill>
                  <a:schemeClr val="dk1"/>
                </a:solidFill>
                <a:latin typeface="Nunito Black"/>
                <a:ea typeface="Nunito Black"/>
                <a:cs typeface="Nunito Black"/>
                <a:sym typeface="Nunito Blac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Nunito Black"/>
              <a:buNone/>
              <a:defRPr sz="3500">
                <a:solidFill>
                  <a:schemeClr val="dk1"/>
                </a:solidFill>
                <a:latin typeface="Nunito Black"/>
                <a:ea typeface="Nunito Black"/>
                <a:cs typeface="Nunito Black"/>
                <a:sym typeface="Nunito Blac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Nunito Black"/>
              <a:buNone/>
              <a:defRPr sz="3500">
                <a:solidFill>
                  <a:schemeClr val="dk1"/>
                </a:solidFill>
                <a:latin typeface="Nunito Black"/>
                <a:ea typeface="Nunito Black"/>
                <a:cs typeface="Nunito Black"/>
                <a:sym typeface="Nunito Blac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Nunito Black"/>
              <a:buNone/>
              <a:defRPr sz="3500">
                <a:solidFill>
                  <a:schemeClr val="dk1"/>
                </a:solidFill>
                <a:latin typeface="Nunito Black"/>
                <a:ea typeface="Nunito Black"/>
                <a:cs typeface="Nunito Black"/>
                <a:sym typeface="Nunito Blac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Nunito Black"/>
              <a:buNone/>
              <a:defRPr sz="3500">
                <a:solidFill>
                  <a:schemeClr val="dk1"/>
                </a:solidFill>
                <a:latin typeface="Nunito Black"/>
                <a:ea typeface="Nunito Black"/>
                <a:cs typeface="Nunito Black"/>
                <a:sym typeface="Nunito Blac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Nunito Black"/>
              <a:buNone/>
              <a:defRPr sz="3500">
                <a:solidFill>
                  <a:schemeClr val="dk1"/>
                </a:solidFill>
                <a:latin typeface="Nunito Black"/>
                <a:ea typeface="Nunito Black"/>
                <a:cs typeface="Nunito Black"/>
                <a:sym typeface="Nunito Blac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Nunito Black"/>
              <a:buNone/>
              <a:defRPr sz="3500">
                <a:solidFill>
                  <a:schemeClr val="dk1"/>
                </a:solidFill>
                <a:latin typeface="Nunito Black"/>
                <a:ea typeface="Nunito Black"/>
                <a:cs typeface="Nunito Black"/>
                <a:sym typeface="Nunito Black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●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○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■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●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○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■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●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○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■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32"/>
          <p:cNvSpPr txBox="1"/>
          <p:nvPr>
            <p:ph type="ctrTitle"/>
          </p:nvPr>
        </p:nvSpPr>
        <p:spPr>
          <a:xfrm>
            <a:off x="713150" y="979800"/>
            <a:ext cx="5316300" cy="196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Microbiome Temporal Dynamics and Disease State</a:t>
            </a:r>
            <a:endParaRPr/>
          </a:p>
        </p:txBody>
      </p:sp>
      <p:sp>
        <p:nvSpPr>
          <p:cNvPr id="289" name="Google Shape;289;p32"/>
          <p:cNvSpPr txBox="1"/>
          <p:nvPr>
            <p:ph idx="1" type="subTitle"/>
          </p:nvPr>
        </p:nvSpPr>
        <p:spPr>
          <a:xfrm>
            <a:off x="941750" y="3350575"/>
            <a:ext cx="2183400" cy="62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Joshua Hamilton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I320D</a:t>
            </a:r>
            <a:endParaRPr/>
          </a:p>
        </p:txBody>
      </p:sp>
      <p:grpSp>
        <p:nvGrpSpPr>
          <p:cNvPr id="290" name="Google Shape;290;p32"/>
          <p:cNvGrpSpPr/>
          <p:nvPr/>
        </p:nvGrpSpPr>
        <p:grpSpPr>
          <a:xfrm>
            <a:off x="6179431" y="891624"/>
            <a:ext cx="2324741" cy="4251873"/>
            <a:chOff x="6179590" y="61100"/>
            <a:chExt cx="2778464" cy="5082324"/>
          </a:xfrm>
        </p:grpSpPr>
        <p:sp>
          <p:nvSpPr>
            <p:cNvPr id="291" name="Google Shape;291;p32"/>
            <p:cNvSpPr/>
            <p:nvPr/>
          </p:nvSpPr>
          <p:spPr>
            <a:xfrm>
              <a:off x="6179590" y="1307374"/>
              <a:ext cx="2778464" cy="3835673"/>
            </a:xfrm>
            <a:custGeom>
              <a:rect b="b" l="l" r="r" t="t"/>
              <a:pathLst>
                <a:path extrusionOk="0" h="71209" w="51582">
                  <a:moveTo>
                    <a:pt x="25790" y="0"/>
                  </a:moveTo>
                  <a:lnTo>
                    <a:pt x="21004" y="126"/>
                  </a:lnTo>
                  <a:lnTo>
                    <a:pt x="20989" y="1264"/>
                  </a:lnTo>
                  <a:lnTo>
                    <a:pt x="9772" y="4450"/>
                  </a:lnTo>
                  <a:cubicBezTo>
                    <a:pt x="7932" y="4746"/>
                    <a:pt x="3903" y="7020"/>
                    <a:pt x="3720" y="11316"/>
                  </a:cubicBezTo>
                  <a:lnTo>
                    <a:pt x="197" y="34523"/>
                  </a:lnTo>
                  <a:cubicBezTo>
                    <a:pt x="0" y="43115"/>
                    <a:pt x="463" y="48493"/>
                    <a:pt x="1573" y="55484"/>
                  </a:cubicBezTo>
                  <a:lnTo>
                    <a:pt x="4984" y="54726"/>
                  </a:lnTo>
                  <a:cubicBezTo>
                    <a:pt x="6388" y="45333"/>
                    <a:pt x="7357" y="42484"/>
                    <a:pt x="6809" y="35239"/>
                  </a:cubicBezTo>
                  <a:cubicBezTo>
                    <a:pt x="9420" y="32361"/>
                    <a:pt x="10207" y="25341"/>
                    <a:pt x="10811" y="17943"/>
                  </a:cubicBezTo>
                  <a:lnTo>
                    <a:pt x="12284" y="46428"/>
                  </a:lnTo>
                  <a:lnTo>
                    <a:pt x="12060" y="53238"/>
                  </a:lnTo>
                  <a:cubicBezTo>
                    <a:pt x="11161" y="59232"/>
                    <a:pt x="10515" y="65452"/>
                    <a:pt x="10221" y="71209"/>
                  </a:cubicBezTo>
                  <a:lnTo>
                    <a:pt x="23868" y="71209"/>
                  </a:lnTo>
                  <a:cubicBezTo>
                    <a:pt x="24261" y="67502"/>
                    <a:pt x="24527" y="63178"/>
                    <a:pt x="24723" y="59612"/>
                  </a:cubicBezTo>
                  <a:cubicBezTo>
                    <a:pt x="25075" y="59625"/>
                    <a:pt x="25440" y="59640"/>
                    <a:pt x="25790" y="59640"/>
                  </a:cubicBezTo>
                  <a:cubicBezTo>
                    <a:pt x="26155" y="59640"/>
                    <a:pt x="26507" y="59625"/>
                    <a:pt x="26857" y="59612"/>
                  </a:cubicBezTo>
                  <a:cubicBezTo>
                    <a:pt x="27054" y="63178"/>
                    <a:pt x="27321" y="67502"/>
                    <a:pt x="27714" y="71209"/>
                  </a:cubicBezTo>
                  <a:lnTo>
                    <a:pt x="41361" y="71209"/>
                  </a:lnTo>
                  <a:cubicBezTo>
                    <a:pt x="41066" y="65452"/>
                    <a:pt x="40420" y="59232"/>
                    <a:pt x="39521" y="53238"/>
                  </a:cubicBezTo>
                  <a:lnTo>
                    <a:pt x="39297" y="46428"/>
                  </a:lnTo>
                  <a:lnTo>
                    <a:pt x="40771" y="17943"/>
                  </a:lnTo>
                  <a:cubicBezTo>
                    <a:pt x="41374" y="25341"/>
                    <a:pt x="42161" y="32361"/>
                    <a:pt x="44772" y="35239"/>
                  </a:cubicBezTo>
                  <a:cubicBezTo>
                    <a:pt x="44225" y="42484"/>
                    <a:pt x="45193" y="45333"/>
                    <a:pt x="46597" y="54726"/>
                  </a:cubicBezTo>
                  <a:lnTo>
                    <a:pt x="50009" y="55484"/>
                  </a:lnTo>
                  <a:cubicBezTo>
                    <a:pt x="51118" y="48493"/>
                    <a:pt x="51582" y="43115"/>
                    <a:pt x="51385" y="34523"/>
                  </a:cubicBezTo>
                  <a:lnTo>
                    <a:pt x="47861" y="11316"/>
                  </a:lnTo>
                  <a:cubicBezTo>
                    <a:pt x="47679" y="7020"/>
                    <a:pt x="43649" y="4746"/>
                    <a:pt x="41810" y="4450"/>
                  </a:cubicBezTo>
                  <a:lnTo>
                    <a:pt x="30592" y="1264"/>
                  </a:lnTo>
                  <a:lnTo>
                    <a:pt x="30579" y="126"/>
                  </a:lnTo>
                  <a:lnTo>
                    <a:pt x="25790" y="0"/>
                  </a:lnTo>
                  <a:close/>
                </a:path>
              </a:pathLst>
            </a:custGeom>
            <a:solidFill>
              <a:srgbClr val="E8CDB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" name="Google Shape;292;p32"/>
            <p:cNvSpPr/>
            <p:nvPr/>
          </p:nvSpPr>
          <p:spPr>
            <a:xfrm>
              <a:off x="6246113" y="4255190"/>
              <a:ext cx="305576" cy="888234"/>
            </a:xfrm>
            <a:custGeom>
              <a:rect b="b" l="l" r="r" t="t"/>
              <a:pathLst>
                <a:path extrusionOk="0" h="16490" w="5673">
                  <a:moveTo>
                    <a:pt x="3749" y="0"/>
                  </a:moveTo>
                  <a:lnTo>
                    <a:pt x="338" y="575"/>
                  </a:lnTo>
                  <a:lnTo>
                    <a:pt x="351" y="3482"/>
                  </a:lnTo>
                  <a:cubicBezTo>
                    <a:pt x="1" y="5616"/>
                    <a:pt x="310" y="8157"/>
                    <a:pt x="435" y="9055"/>
                  </a:cubicBezTo>
                  <a:cubicBezTo>
                    <a:pt x="478" y="9280"/>
                    <a:pt x="492" y="9491"/>
                    <a:pt x="534" y="9645"/>
                  </a:cubicBezTo>
                  <a:cubicBezTo>
                    <a:pt x="632" y="10053"/>
                    <a:pt x="913" y="10908"/>
                    <a:pt x="1166" y="11638"/>
                  </a:cubicBezTo>
                  <a:lnTo>
                    <a:pt x="1222" y="12074"/>
                  </a:lnTo>
                  <a:cubicBezTo>
                    <a:pt x="1222" y="12088"/>
                    <a:pt x="1236" y="12088"/>
                    <a:pt x="1236" y="12102"/>
                  </a:cubicBezTo>
                  <a:cubicBezTo>
                    <a:pt x="1236" y="12130"/>
                    <a:pt x="1250" y="12172"/>
                    <a:pt x="1250" y="12200"/>
                  </a:cubicBezTo>
                  <a:cubicBezTo>
                    <a:pt x="1264" y="12228"/>
                    <a:pt x="1278" y="12256"/>
                    <a:pt x="1278" y="12271"/>
                  </a:cubicBezTo>
                  <a:lnTo>
                    <a:pt x="1321" y="12355"/>
                  </a:lnTo>
                  <a:lnTo>
                    <a:pt x="1362" y="12439"/>
                  </a:lnTo>
                  <a:cubicBezTo>
                    <a:pt x="1362" y="12439"/>
                    <a:pt x="1377" y="12453"/>
                    <a:pt x="1377" y="12467"/>
                  </a:cubicBezTo>
                  <a:lnTo>
                    <a:pt x="1531" y="12677"/>
                  </a:lnTo>
                  <a:cubicBezTo>
                    <a:pt x="1587" y="12832"/>
                    <a:pt x="1615" y="12930"/>
                    <a:pt x="1615" y="12930"/>
                  </a:cubicBezTo>
                  <a:cubicBezTo>
                    <a:pt x="1615" y="12945"/>
                    <a:pt x="3833" y="16118"/>
                    <a:pt x="3833" y="16118"/>
                  </a:cubicBezTo>
                  <a:cubicBezTo>
                    <a:pt x="4001" y="16361"/>
                    <a:pt x="4271" y="16489"/>
                    <a:pt x="4544" y="16489"/>
                  </a:cubicBezTo>
                  <a:cubicBezTo>
                    <a:pt x="4727" y="16489"/>
                    <a:pt x="4911" y="16432"/>
                    <a:pt x="5069" y="16314"/>
                  </a:cubicBezTo>
                  <a:lnTo>
                    <a:pt x="5083" y="16300"/>
                  </a:lnTo>
                  <a:cubicBezTo>
                    <a:pt x="5476" y="16019"/>
                    <a:pt x="5560" y="15457"/>
                    <a:pt x="5280" y="15064"/>
                  </a:cubicBezTo>
                  <a:lnTo>
                    <a:pt x="5055" y="14755"/>
                  </a:lnTo>
                  <a:cubicBezTo>
                    <a:pt x="5125" y="14727"/>
                    <a:pt x="5209" y="14671"/>
                    <a:pt x="5265" y="14615"/>
                  </a:cubicBezTo>
                  <a:lnTo>
                    <a:pt x="5280" y="14601"/>
                  </a:lnTo>
                  <a:cubicBezTo>
                    <a:pt x="5602" y="14292"/>
                    <a:pt x="5630" y="13772"/>
                    <a:pt x="5321" y="13450"/>
                  </a:cubicBezTo>
                  <a:lnTo>
                    <a:pt x="4774" y="12874"/>
                  </a:lnTo>
                  <a:cubicBezTo>
                    <a:pt x="4900" y="12580"/>
                    <a:pt x="4859" y="12228"/>
                    <a:pt x="4619" y="11990"/>
                  </a:cubicBezTo>
                  <a:lnTo>
                    <a:pt x="3005" y="10263"/>
                  </a:lnTo>
                  <a:lnTo>
                    <a:pt x="2837" y="9238"/>
                  </a:lnTo>
                  <a:lnTo>
                    <a:pt x="3202" y="7090"/>
                  </a:lnTo>
                  <a:lnTo>
                    <a:pt x="3805" y="9126"/>
                  </a:lnTo>
                  <a:cubicBezTo>
                    <a:pt x="3920" y="9517"/>
                    <a:pt x="4280" y="9766"/>
                    <a:pt x="4662" y="9766"/>
                  </a:cubicBezTo>
                  <a:cubicBezTo>
                    <a:pt x="4746" y="9766"/>
                    <a:pt x="4831" y="9754"/>
                    <a:pt x="4915" y="9729"/>
                  </a:cubicBezTo>
                  <a:lnTo>
                    <a:pt x="4928" y="9729"/>
                  </a:lnTo>
                  <a:cubicBezTo>
                    <a:pt x="5406" y="9589"/>
                    <a:pt x="5673" y="9098"/>
                    <a:pt x="5532" y="8620"/>
                  </a:cubicBezTo>
                  <a:lnTo>
                    <a:pt x="4647" y="5573"/>
                  </a:lnTo>
                  <a:cubicBezTo>
                    <a:pt x="4606" y="5419"/>
                    <a:pt x="4578" y="5236"/>
                    <a:pt x="4591" y="5068"/>
                  </a:cubicBezTo>
                  <a:lnTo>
                    <a:pt x="4647" y="3679"/>
                  </a:lnTo>
                  <a:cubicBezTo>
                    <a:pt x="4675" y="3145"/>
                    <a:pt x="4606" y="2612"/>
                    <a:pt x="4437" y="2106"/>
                  </a:cubicBezTo>
                  <a:lnTo>
                    <a:pt x="3749" y="0"/>
                  </a:lnTo>
                  <a:close/>
                </a:path>
              </a:pathLst>
            </a:custGeom>
            <a:solidFill>
              <a:srgbClr val="E8CDB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" name="Google Shape;293;p32"/>
            <p:cNvSpPr/>
            <p:nvPr/>
          </p:nvSpPr>
          <p:spPr>
            <a:xfrm>
              <a:off x="8585955" y="4255190"/>
              <a:ext cx="305576" cy="888234"/>
            </a:xfrm>
            <a:custGeom>
              <a:rect b="b" l="l" r="r" t="t"/>
              <a:pathLst>
                <a:path extrusionOk="0" h="16490" w="5673">
                  <a:moveTo>
                    <a:pt x="1923" y="0"/>
                  </a:moveTo>
                  <a:lnTo>
                    <a:pt x="1236" y="2106"/>
                  </a:lnTo>
                  <a:cubicBezTo>
                    <a:pt x="1067" y="2612"/>
                    <a:pt x="996" y="3145"/>
                    <a:pt x="1025" y="3679"/>
                  </a:cubicBezTo>
                  <a:lnTo>
                    <a:pt x="1081" y="5068"/>
                  </a:lnTo>
                  <a:cubicBezTo>
                    <a:pt x="1095" y="5236"/>
                    <a:pt x="1067" y="5419"/>
                    <a:pt x="1025" y="5573"/>
                  </a:cubicBezTo>
                  <a:lnTo>
                    <a:pt x="141" y="8620"/>
                  </a:lnTo>
                  <a:cubicBezTo>
                    <a:pt x="0" y="9098"/>
                    <a:pt x="266" y="9589"/>
                    <a:pt x="744" y="9729"/>
                  </a:cubicBezTo>
                  <a:lnTo>
                    <a:pt x="758" y="9729"/>
                  </a:lnTo>
                  <a:cubicBezTo>
                    <a:pt x="845" y="9754"/>
                    <a:pt x="931" y="9766"/>
                    <a:pt x="1016" y="9766"/>
                  </a:cubicBezTo>
                  <a:cubicBezTo>
                    <a:pt x="1401" y="9766"/>
                    <a:pt x="1752" y="9517"/>
                    <a:pt x="1867" y="9126"/>
                  </a:cubicBezTo>
                  <a:lnTo>
                    <a:pt x="2471" y="7090"/>
                  </a:lnTo>
                  <a:lnTo>
                    <a:pt x="2836" y="9238"/>
                  </a:lnTo>
                  <a:lnTo>
                    <a:pt x="2668" y="10263"/>
                  </a:lnTo>
                  <a:lnTo>
                    <a:pt x="1053" y="11990"/>
                  </a:lnTo>
                  <a:cubicBezTo>
                    <a:pt x="815" y="12228"/>
                    <a:pt x="772" y="12580"/>
                    <a:pt x="899" y="12874"/>
                  </a:cubicBezTo>
                  <a:lnTo>
                    <a:pt x="365" y="13450"/>
                  </a:lnTo>
                  <a:cubicBezTo>
                    <a:pt x="42" y="13772"/>
                    <a:pt x="70" y="14292"/>
                    <a:pt x="393" y="14601"/>
                  </a:cubicBezTo>
                  <a:lnTo>
                    <a:pt x="407" y="14615"/>
                  </a:lnTo>
                  <a:cubicBezTo>
                    <a:pt x="463" y="14671"/>
                    <a:pt x="547" y="14727"/>
                    <a:pt x="618" y="14755"/>
                  </a:cubicBezTo>
                  <a:lnTo>
                    <a:pt x="393" y="15064"/>
                  </a:lnTo>
                  <a:cubicBezTo>
                    <a:pt x="113" y="15457"/>
                    <a:pt x="197" y="16019"/>
                    <a:pt x="590" y="16300"/>
                  </a:cubicBezTo>
                  <a:lnTo>
                    <a:pt x="603" y="16314"/>
                  </a:lnTo>
                  <a:cubicBezTo>
                    <a:pt x="761" y="16432"/>
                    <a:pt x="945" y="16489"/>
                    <a:pt x="1128" y="16489"/>
                  </a:cubicBezTo>
                  <a:cubicBezTo>
                    <a:pt x="1401" y="16489"/>
                    <a:pt x="1671" y="16361"/>
                    <a:pt x="1839" y="16118"/>
                  </a:cubicBezTo>
                  <a:cubicBezTo>
                    <a:pt x="1839" y="16118"/>
                    <a:pt x="4057" y="12945"/>
                    <a:pt x="4057" y="12930"/>
                  </a:cubicBezTo>
                  <a:cubicBezTo>
                    <a:pt x="4057" y="12930"/>
                    <a:pt x="4085" y="12832"/>
                    <a:pt x="4141" y="12677"/>
                  </a:cubicBezTo>
                  <a:lnTo>
                    <a:pt x="4296" y="12467"/>
                  </a:lnTo>
                  <a:cubicBezTo>
                    <a:pt x="4296" y="12453"/>
                    <a:pt x="4310" y="12439"/>
                    <a:pt x="4310" y="12439"/>
                  </a:cubicBezTo>
                  <a:lnTo>
                    <a:pt x="4353" y="12355"/>
                  </a:lnTo>
                  <a:lnTo>
                    <a:pt x="4394" y="12271"/>
                  </a:lnTo>
                  <a:cubicBezTo>
                    <a:pt x="4409" y="12256"/>
                    <a:pt x="4409" y="12228"/>
                    <a:pt x="4422" y="12200"/>
                  </a:cubicBezTo>
                  <a:cubicBezTo>
                    <a:pt x="4422" y="12172"/>
                    <a:pt x="4437" y="12130"/>
                    <a:pt x="4437" y="12102"/>
                  </a:cubicBezTo>
                  <a:cubicBezTo>
                    <a:pt x="4437" y="12088"/>
                    <a:pt x="4450" y="12088"/>
                    <a:pt x="4450" y="12074"/>
                  </a:cubicBezTo>
                  <a:lnTo>
                    <a:pt x="4506" y="11638"/>
                  </a:lnTo>
                  <a:cubicBezTo>
                    <a:pt x="4759" y="10908"/>
                    <a:pt x="5040" y="10053"/>
                    <a:pt x="5139" y="9645"/>
                  </a:cubicBezTo>
                  <a:cubicBezTo>
                    <a:pt x="5180" y="9491"/>
                    <a:pt x="5195" y="9280"/>
                    <a:pt x="5236" y="9055"/>
                  </a:cubicBezTo>
                  <a:cubicBezTo>
                    <a:pt x="5363" y="8157"/>
                    <a:pt x="5672" y="5616"/>
                    <a:pt x="5321" y="3482"/>
                  </a:cubicBezTo>
                  <a:lnTo>
                    <a:pt x="5335" y="575"/>
                  </a:lnTo>
                  <a:lnTo>
                    <a:pt x="1923" y="0"/>
                  </a:lnTo>
                  <a:close/>
                </a:path>
              </a:pathLst>
            </a:custGeom>
            <a:solidFill>
              <a:srgbClr val="E8CDB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" name="Google Shape;294;p32"/>
            <p:cNvSpPr/>
            <p:nvPr/>
          </p:nvSpPr>
          <p:spPr>
            <a:xfrm>
              <a:off x="7019722" y="61100"/>
              <a:ext cx="973394" cy="1268198"/>
            </a:xfrm>
            <a:custGeom>
              <a:rect b="b" l="l" r="r" t="t"/>
              <a:pathLst>
                <a:path extrusionOk="0" h="23544" w="18071">
                  <a:moveTo>
                    <a:pt x="8644" y="0"/>
                  </a:moveTo>
                  <a:cubicBezTo>
                    <a:pt x="1879" y="0"/>
                    <a:pt x="829" y="4411"/>
                    <a:pt x="675" y="5966"/>
                  </a:cubicBezTo>
                  <a:cubicBezTo>
                    <a:pt x="618" y="6430"/>
                    <a:pt x="380" y="8424"/>
                    <a:pt x="380" y="8424"/>
                  </a:cubicBezTo>
                  <a:cubicBezTo>
                    <a:pt x="310" y="8705"/>
                    <a:pt x="85" y="9925"/>
                    <a:pt x="534" y="10206"/>
                  </a:cubicBezTo>
                  <a:cubicBezTo>
                    <a:pt x="534" y="10206"/>
                    <a:pt x="886" y="10403"/>
                    <a:pt x="815" y="10754"/>
                  </a:cubicBezTo>
                  <a:lnTo>
                    <a:pt x="100" y="14362"/>
                  </a:lnTo>
                  <a:cubicBezTo>
                    <a:pt x="1" y="14867"/>
                    <a:pt x="380" y="15345"/>
                    <a:pt x="899" y="15345"/>
                  </a:cubicBezTo>
                  <a:lnTo>
                    <a:pt x="1504" y="15345"/>
                  </a:lnTo>
                  <a:cubicBezTo>
                    <a:pt x="1504" y="15345"/>
                    <a:pt x="1489" y="15878"/>
                    <a:pt x="1489" y="16777"/>
                  </a:cubicBezTo>
                  <a:cubicBezTo>
                    <a:pt x="1489" y="17156"/>
                    <a:pt x="1504" y="17606"/>
                    <a:pt x="1504" y="18096"/>
                  </a:cubicBezTo>
                  <a:lnTo>
                    <a:pt x="1560" y="18461"/>
                  </a:lnTo>
                  <a:lnTo>
                    <a:pt x="1672" y="19304"/>
                  </a:lnTo>
                  <a:lnTo>
                    <a:pt x="1728" y="19712"/>
                  </a:lnTo>
                  <a:lnTo>
                    <a:pt x="1882" y="20835"/>
                  </a:lnTo>
                  <a:cubicBezTo>
                    <a:pt x="2023" y="21424"/>
                    <a:pt x="2538" y="21814"/>
                    <a:pt x="3117" y="21814"/>
                  </a:cubicBezTo>
                  <a:cubicBezTo>
                    <a:pt x="3173" y="21814"/>
                    <a:pt x="3229" y="21810"/>
                    <a:pt x="3286" y="21803"/>
                  </a:cubicBezTo>
                  <a:lnTo>
                    <a:pt x="5435" y="21705"/>
                  </a:lnTo>
                  <a:lnTo>
                    <a:pt x="5407" y="23263"/>
                  </a:lnTo>
                  <a:lnTo>
                    <a:pt x="14982" y="23544"/>
                  </a:lnTo>
                  <a:lnTo>
                    <a:pt x="14982" y="23544"/>
                  </a:lnTo>
                  <a:lnTo>
                    <a:pt x="14714" y="16973"/>
                  </a:lnTo>
                  <a:cubicBezTo>
                    <a:pt x="17789" y="14418"/>
                    <a:pt x="18070" y="9813"/>
                    <a:pt x="17691" y="6177"/>
                  </a:cubicBezTo>
                  <a:cubicBezTo>
                    <a:pt x="17213" y="1601"/>
                    <a:pt x="12960" y="14"/>
                    <a:pt x="8677" y="0"/>
                  </a:cubicBezTo>
                  <a:cubicBezTo>
                    <a:pt x="8666" y="0"/>
                    <a:pt x="8655" y="0"/>
                    <a:pt x="8644" y="0"/>
                  </a:cubicBezTo>
                  <a:close/>
                </a:path>
              </a:pathLst>
            </a:custGeom>
            <a:solidFill>
              <a:srgbClr val="E8CDB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" name="Google Shape;295;p32"/>
            <p:cNvSpPr/>
            <p:nvPr/>
          </p:nvSpPr>
          <p:spPr>
            <a:xfrm>
              <a:off x="6826131" y="2516967"/>
              <a:ext cx="1120069" cy="625588"/>
            </a:xfrm>
            <a:custGeom>
              <a:rect b="b" l="l" r="r" t="t"/>
              <a:pathLst>
                <a:path extrusionOk="0" h="11614" w="20794">
                  <a:moveTo>
                    <a:pt x="6223" y="1"/>
                  </a:moveTo>
                  <a:cubicBezTo>
                    <a:pt x="5983" y="1"/>
                    <a:pt x="5731" y="15"/>
                    <a:pt x="5463" y="49"/>
                  </a:cubicBezTo>
                  <a:cubicBezTo>
                    <a:pt x="4578" y="161"/>
                    <a:pt x="2612" y="779"/>
                    <a:pt x="1826" y="2745"/>
                  </a:cubicBezTo>
                  <a:cubicBezTo>
                    <a:pt x="1376" y="3826"/>
                    <a:pt x="1" y="5356"/>
                    <a:pt x="1320" y="8656"/>
                  </a:cubicBezTo>
                  <a:cubicBezTo>
                    <a:pt x="1588" y="9330"/>
                    <a:pt x="1588" y="10017"/>
                    <a:pt x="1545" y="10719"/>
                  </a:cubicBezTo>
                  <a:cubicBezTo>
                    <a:pt x="1522" y="11231"/>
                    <a:pt x="1979" y="11614"/>
                    <a:pt x="2489" y="11614"/>
                  </a:cubicBezTo>
                  <a:cubicBezTo>
                    <a:pt x="2609" y="11614"/>
                    <a:pt x="2731" y="11593"/>
                    <a:pt x="2851" y="11548"/>
                  </a:cubicBezTo>
                  <a:cubicBezTo>
                    <a:pt x="3876" y="11140"/>
                    <a:pt x="4845" y="10706"/>
                    <a:pt x="5940" y="10354"/>
                  </a:cubicBezTo>
                  <a:cubicBezTo>
                    <a:pt x="7161" y="9961"/>
                    <a:pt x="8636" y="10060"/>
                    <a:pt x="10137" y="8697"/>
                  </a:cubicBezTo>
                  <a:cubicBezTo>
                    <a:pt x="10895" y="8010"/>
                    <a:pt x="11500" y="6859"/>
                    <a:pt x="12230" y="6129"/>
                  </a:cubicBezTo>
                  <a:cubicBezTo>
                    <a:pt x="12889" y="5468"/>
                    <a:pt x="18168" y="4416"/>
                    <a:pt x="20373" y="2913"/>
                  </a:cubicBezTo>
                  <a:cubicBezTo>
                    <a:pt x="20794" y="2632"/>
                    <a:pt x="20667" y="2043"/>
                    <a:pt x="20176" y="1902"/>
                  </a:cubicBezTo>
                  <a:cubicBezTo>
                    <a:pt x="17487" y="1197"/>
                    <a:pt x="14272" y="228"/>
                    <a:pt x="11507" y="228"/>
                  </a:cubicBezTo>
                  <a:cubicBezTo>
                    <a:pt x="11081" y="228"/>
                    <a:pt x="10665" y="251"/>
                    <a:pt x="10264" y="302"/>
                  </a:cubicBezTo>
                  <a:cubicBezTo>
                    <a:pt x="9997" y="336"/>
                    <a:pt x="9746" y="351"/>
                    <a:pt x="9506" y="351"/>
                  </a:cubicBezTo>
                  <a:cubicBezTo>
                    <a:pt x="8321" y="351"/>
                    <a:pt x="7415" y="1"/>
                    <a:pt x="622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" name="Google Shape;296;p32"/>
            <p:cNvSpPr/>
            <p:nvPr/>
          </p:nvSpPr>
          <p:spPr>
            <a:xfrm>
              <a:off x="6909299" y="2610315"/>
              <a:ext cx="1033885" cy="532294"/>
            </a:xfrm>
            <a:custGeom>
              <a:rect b="b" l="l" r="r" t="t"/>
              <a:pathLst>
                <a:path extrusionOk="0" h="9882" w="19194">
                  <a:moveTo>
                    <a:pt x="18801" y="253"/>
                  </a:moveTo>
                  <a:cubicBezTo>
                    <a:pt x="12945" y="1938"/>
                    <a:pt x="5435" y="1"/>
                    <a:pt x="2571" y="6810"/>
                  </a:cubicBezTo>
                  <a:cubicBezTo>
                    <a:pt x="2318" y="7526"/>
                    <a:pt x="1391" y="8649"/>
                    <a:pt x="1" y="9014"/>
                  </a:cubicBezTo>
                  <a:cubicBezTo>
                    <a:pt x="1" y="9503"/>
                    <a:pt x="443" y="9881"/>
                    <a:pt x="946" y="9881"/>
                  </a:cubicBezTo>
                  <a:cubicBezTo>
                    <a:pt x="1065" y="9881"/>
                    <a:pt x="1187" y="9860"/>
                    <a:pt x="1307" y="9815"/>
                  </a:cubicBezTo>
                  <a:cubicBezTo>
                    <a:pt x="2332" y="9407"/>
                    <a:pt x="3301" y="8973"/>
                    <a:pt x="4396" y="8621"/>
                  </a:cubicBezTo>
                  <a:cubicBezTo>
                    <a:pt x="5617" y="8228"/>
                    <a:pt x="7092" y="8327"/>
                    <a:pt x="8593" y="6964"/>
                  </a:cubicBezTo>
                  <a:cubicBezTo>
                    <a:pt x="9351" y="6277"/>
                    <a:pt x="9956" y="5126"/>
                    <a:pt x="10686" y="4396"/>
                  </a:cubicBezTo>
                  <a:cubicBezTo>
                    <a:pt x="11345" y="3735"/>
                    <a:pt x="16624" y="2683"/>
                    <a:pt x="18829" y="1180"/>
                  </a:cubicBezTo>
                  <a:cubicBezTo>
                    <a:pt x="19194" y="942"/>
                    <a:pt x="19151" y="465"/>
                    <a:pt x="18801" y="25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" name="Google Shape;297;p32"/>
            <p:cNvSpPr/>
            <p:nvPr/>
          </p:nvSpPr>
          <p:spPr>
            <a:xfrm>
              <a:off x="7115817" y="2796203"/>
              <a:ext cx="361542" cy="247510"/>
            </a:xfrm>
            <a:custGeom>
              <a:rect b="b" l="l" r="r" t="t"/>
              <a:pathLst>
                <a:path extrusionOk="0" h="4595" w="6712">
                  <a:moveTo>
                    <a:pt x="5858" y="1"/>
                  </a:moveTo>
                  <a:cubicBezTo>
                    <a:pt x="5685" y="1"/>
                    <a:pt x="5465" y="88"/>
                    <a:pt x="5377" y="158"/>
                  </a:cubicBezTo>
                  <a:cubicBezTo>
                    <a:pt x="5433" y="945"/>
                    <a:pt x="5517" y="1731"/>
                    <a:pt x="5644" y="2517"/>
                  </a:cubicBezTo>
                  <a:cubicBezTo>
                    <a:pt x="5265" y="2236"/>
                    <a:pt x="4815" y="2053"/>
                    <a:pt x="4338" y="1984"/>
                  </a:cubicBezTo>
                  <a:cubicBezTo>
                    <a:pt x="4325" y="1899"/>
                    <a:pt x="4296" y="1829"/>
                    <a:pt x="4240" y="1772"/>
                  </a:cubicBezTo>
                  <a:cubicBezTo>
                    <a:pt x="4044" y="1534"/>
                    <a:pt x="3720" y="1464"/>
                    <a:pt x="3426" y="1338"/>
                  </a:cubicBezTo>
                  <a:cubicBezTo>
                    <a:pt x="2934" y="1113"/>
                    <a:pt x="2541" y="720"/>
                    <a:pt x="2022" y="565"/>
                  </a:cubicBezTo>
                  <a:cubicBezTo>
                    <a:pt x="1890" y="530"/>
                    <a:pt x="1754" y="513"/>
                    <a:pt x="1618" y="513"/>
                  </a:cubicBezTo>
                  <a:cubicBezTo>
                    <a:pt x="1159" y="513"/>
                    <a:pt x="703" y="704"/>
                    <a:pt x="422" y="1029"/>
                  </a:cubicBezTo>
                  <a:cubicBezTo>
                    <a:pt x="42" y="1464"/>
                    <a:pt x="0" y="2096"/>
                    <a:pt x="309" y="2573"/>
                  </a:cubicBezTo>
                  <a:cubicBezTo>
                    <a:pt x="575" y="2971"/>
                    <a:pt x="1079" y="3225"/>
                    <a:pt x="1591" y="3225"/>
                  </a:cubicBezTo>
                  <a:cubicBezTo>
                    <a:pt x="1674" y="3225"/>
                    <a:pt x="1757" y="3218"/>
                    <a:pt x="1839" y="3204"/>
                  </a:cubicBezTo>
                  <a:cubicBezTo>
                    <a:pt x="2288" y="3135"/>
                    <a:pt x="2696" y="2882"/>
                    <a:pt x="3145" y="2811"/>
                  </a:cubicBezTo>
                  <a:cubicBezTo>
                    <a:pt x="3439" y="2783"/>
                    <a:pt x="3748" y="2811"/>
                    <a:pt x="4016" y="2699"/>
                  </a:cubicBezTo>
                  <a:cubicBezTo>
                    <a:pt x="4072" y="2671"/>
                    <a:pt x="4113" y="2629"/>
                    <a:pt x="4156" y="2601"/>
                  </a:cubicBezTo>
                  <a:cubicBezTo>
                    <a:pt x="4619" y="2657"/>
                    <a:pt x="5068" y="2867"/>
                    <a:pt x="5392" y="3176"/>
                  </a:cubicBezTo>
                  <a:cubicBezTo>
                    <a:pt x="5757" y="3541"/>
                    <a:pt x="5953" y="4061"/>
                    <a:pt x="5925" y="4552"/>
                  </a:cubicBezTo>
                  <a:lnTo>
                    <a:pt x="6627" y="4595"/>
                  </a:lnTo>
                  <a:lnTo>
                    <a:pt x="6627" y="4412"/>
                  </a:lnTo>
                  <a:lnTo>
                    <a:pt x="6711" y="4398"/>
                  </a:lnTo>
                  <a:cubicBezTo>
                    <a:pt x="6388" y="2994"/>
                    <a:pt x="6163" y="1562"/>
                    <a:pt x="6079" y="116"/>
                  </a:cubicBezTo>
                  <a:cubicBezTo>
                    <a:pt x="6047" y="32"/>
                    <a:pt x="5961" y="1"/>
                    <a:pt x="585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" name="Google Shape;298;p32"/>
            <p:cNvSpPr/>
            <p:nvPr/>
          </p:nvSpPr>
          <p:spPr>
            <a:xfrm>
              <a:off x="7164188" y="3043713"/>
              <a:ext cx="934019" cy="324321"/>
            </a:xfrm>
            <a:custGeom>
              <a:rect b="b" l="l" r="r" t="t"/>
              <a:pathLst>
                <a:path extrusionOk="0" h="6021" w="17340">
                  <a:moveTo>
                    <a:pt x="16472" y="1"/>
                  </a:moveTo>
                  <a:cubicBezTo>
                    <a:pt x="15908" y="1"/>
                    <a:pt x="15327" y="168"/>
                    <a:pt x="14812" y="406"/>
                  </a:cubicBezTo>
                  <a:cubicBezTo>
                    <a:pt x="14040" y="772"/>
                    <a:pt x="13352" y="1277"/>
                    <a:pt x="12566" y="1642"/>
                  </a:cubicBezTo>
                  <a:cubicBezTo>
                    <a:pt x="10881" y="2415"/>
                    <a:pt x="8915" y="2428"/>
                    <a:pt x="7034" y="2443"/>
                  </a:cubicBezTo>
                  <a:cubicBezTo>
                    <a:pt x="6347" y="2443"/>
                    <a:pt x="5645" y="2443"/>
                    <a:pt x="4971" y="2359"/>
                  </a:cubicBezTo>
                  <a:cubicBezTo>
                    <a:pt x="4128" y="2260"/>
                    <a:pt x="3300" y="2035"/>
                    <a:pt x="2541" y="1685"/>
                  </a:cubicBezTo>
                  <a:cubicBezTo>
                    <a:pt x="2283" y="1581"/>
                    <a:pt x="2014" y="1442"/>
                    <a:pt x="1732" y="1442"/>
                  </a:cubicBezTo>
                  <a:cubicBezTo>
                    <a:pt x="1707" y="1442"/>
                    <a:pt x="1682" y="1443"/>
                    <a:pt x="1658" y="1445"/>
                  </a:cubicBezTo>
                  <a:cubicBezTo>
                    <a:pt x="1096" y="1488"/>
                    <a:pt x="772" y="2050"/>
                    <a:pt x="562" y="2540"/>
                  </a:cubicBezTo>
                  <a:cubicBezTo>
                    <a:pt x="282" y="3201"/>
                    <a:pt x="1" y="3973"/>
                    <a:pt x="394" y="4590"/>
                  </a:cubicBezTo>
                  <a:cubicBezTo>
                    <a:pt x="731" y="5082"/>
                    <a:pt x="1405" y="5279"/>
                    <a:pt x="2023" y="5419"/>
                  </a:cubicBezTo>
                  <a:cubicBezTo>
                    <a:pt x="3478" y="5761"/>
                    <a:pt x="4988" y="6020"/>
                    <a:pt x="6481" y="6020"/>
                  </a:cubicBezTo>
                  <a:cubicBezTo>
                    <a:pt x="7379" y="6020"/>
                    <a:pt x="8270" y="5926"/>
                    <a:pt x="9140" y="5700"/>
                  </a:cubicBezTo>
                  <a:cubicBezTo>
                    <a:pt x="10095" y="5447"/>
                    <a:pt x="10980" y="5040"/>
                    <a:pt x="11864" y="4633"/>
                  </a:cubicBezTo>
                  <a:cubicBezTo>
                    <a:pt x="13183" y="4015"/>
                    <a:pt x="14531" y="3369"/>
                    <a:pt x="15416" y="2302"/>
                  </a:cubicBezTo>
                  <a:cubicBezTo>
                    <a:pt x="15866" y="1782"/>
                    <a:pt x="16188" y="1151"/>
                    <a:pt x="16764" y="758"/>
                  </a:cubicBezTo>
                  <a:cubicBezTo>
                    <a:pt x="17002" y="590"/>
                    <a:pt x="17298" y="421"/>
                    <a:pt x="17339" y="154"/>
                  </a:cubicBezTo>
                  <a:cubicBezTo>
                    <a:pt x="17063" y="47"/>
                    <a:pt x="16770" y="1"/>
                    <a:pt x="1647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" name="Google Shape;299;p32"/>
            <p:cNvSpPr/>
            <p:nvPr/>
          </p:nvSpPr>
          <p:spPr>
            <a:xfrm>
              <a:off x="7093840" y="1170449"/>
              <a:ext cx="961275" cy="2199954"/>
            </a:xfrm>
            <a:custGeom>
              <a:rect b="b" l="l" r="r" t="t"/>
              <a:pathLst>
                <a:path extrusionOk="0" h="40842" w="17846">
                  <a:moveTo>
                    <a:pt x="8888" y="0"/>
                  </a:moveTo>
                  <a:lnTo>
                    <a:pt x="6936" y="240"/>
                  </a:lnTo>
                  <a:lnTo>
                    <a:pt x="6852" y="28950"/>
                  </a:lnTo>
                  <a:cubicBezTo>
                    <a:pt x="6867" y="30368"/>
                    <a:pt x="7329" y="31758"/>
                    <a:pt x="8172" y="32952"/>
                  </a:cubicBezTo>
                  <a:cubicBezTo>
                    <a:pt x="7793" y="33204"/>
                    <a:pt x="7372" y="33415"/>
                    <a:pt x="6880" y="33541"/>
                  </a:cubicBezTo>
                  <a:cubicBezTo>
                    <a:pt x="5616" y="33836"/>
                    <a:pt x="4016" y="33570"/>
                    <a:pt x="3076" y="34257"/>
                  </a:cubicBezTo>
                  <a:cubicBezTo>
                    <a:pt x="2879" y="34412"/>
                    <a:pt x="2724" y="34594"/>
                    <a:pt x="2640" y="34790"/>
                  </a:cubicBezTo>
                  <a:cubicBezTo>
                    <a:pt x="1713" y="35240"/>
                    <a:pt x="955" y="35984"/>
                    <a:pt x="577" y="36868"/>
                  </a:cubicBezTo>
                  <a:cubicBezTo>
                    <a:pt x="1" y="38160"/>
                    <a:pt x="212" y="39719"/>
                    <a:pt x="1124" y="40842"/>
                  </a:cubicBezTo>
                  <a:lnTo>
                    <a:pt x="1138" y="40827"/>
                  </a:lnTo>
                  <a:lnTo>
                    <a:pt x="2809" y="39704"/>
                  </a:lnTo>
                  <a:cubicBezTo>
                    <a:pt x="2346" y="39115"/>
                    <a:pt x="2219" y="38259"/>
                    <a:pt x="2528" y="37585"/>
                  </a:cubicBezTo>
                  <a:cubicBezTo>
                    <a:pt x="2668" y="37261"/>
                    <a:pt x="2907" y="36981"/>
                    <a:pt x="3202" y="36756"/>
                  </a:cubicBezTo>
                  <a:cubicBezTo>
                    <a:pt x="3385" y="36939"/>
                    <a:pt x="3595" y="37107"/>
                    <a:pt x="3819" y="37276"/>
                  </a:cubicBezTo>
                  <a:cubicBezTo>
                    <a:pt x="5249" y="38300"/>
                    <a:pt x="7234" y="38813"/>
                    <a:pt x="9212" y="38813"/>
                  </a:cubicBezTo>
                  <a:cubicBezTo>
                    <a:pt x="10459" y="38813"/>
                    <a:pt x="11703" y="38609"/>
                    <a:pt x="12805" y="38203"/>
                  </a:cubicBezTo>
                  <a:cubicBezTo>
                    <a:pt x="15655" y="37136"/>
                    <a:pt x="17494" y="34875"/>
                    <a:pt x="17775" y="32503"/>
                  </a:cubicBezTo>
                  <a:cubicBezTo>
                    <a:pt x="17845" y="31941"/>
                    <a:pt x="17817" y="31365"/>
                    <a:pt x="17662" y="30818"/>
                  </a:cubicBezTo>
                  <a:cubicBezTo>
                    <a:pt x="17537" y="30354"/>
                    <a:pt x="17325" y="29919"/>
                    <a:pt x="16975" y="29512"/>
                  </a:cubicBezTo>
                  <a:cubicBezTo>
                    <a:pt x="16319" y="28732"/>
                    <a:pt x="15128" y="28160"/>
                    <a:pt x="13922" y="28160"/>
                  </a:cubicBezTo>
                  <a:cubicBezTo>
                    <a:pt x="13761" y="28160"/>
                    <a:pt x="13598" y="28170"/>
                    <a:pt x="13437" y="28192"/>
                  </a:cubicBezTo>
                  <a:cubicBezTo>
                    <a:pt x="11766" y="28403"/>
                    <a:pt x="10770" y="29638"/>
                    <a:pt x="10039" y="30762"/>
                  </a:cubicBezTo>
                  <a:cubicBezTo>
                    <a:pt x="9913" y="30972"/>
                    <a:pt x="9772" y="31183"/>
                    <a:pt x="9618" y="31393"/>
                  </a:cubicBezTo>
                  <a:cubicBezTo>
                    <a:pt x="9197" y="30635"/>
                    <a:pt x="8972" y="29807"/>
                    <a:pt x="8958" y="28936"/>
                  </a:cubicBezTo>
                  <a:lnTo>
                    <a:pt x="888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" name="Google Shape;300;p32"/>
            <p:cNvSpPr/>
            <p:nvPr/>
          </p:nvSpPr>
          <p:spPr>
            <a:xfrm>
              <a:off x="7133162" y="2830407"/>
              <a:ext cx="921953" cy="539243"/>
            </a:xfrm>
            <a:custGeom>
              <a:rect b="b" l="l" r="r" t="t"/>
              <a:pathLst>
                <a:path extrusionOk="0" h="10011" w="17116">
                  <a:moveTo>
                    <a:pt x="16932" y="1"/>
                  </a:moveTo>
                  <a:cubicBezTo>
                    <a:pt x="16835" y="85"/>
                    <a:pt x="16736" y="169"/>
                    <a:pt x="16666" y="253"/>
                  </a:cubicBezTo>
                  <a:cubicBezTo>
                    <a:pt x="16258" y="675"/>
                    <a:pt x="16048" y="1222"/>
                    <a:pt x="15768" y="1727"/>
                  </a:cubicBezTo>
                  <a:cubicBezTo>
                    <a:pt x="14826" y="3496"/>
                    <a:pt x="13170" y="4943"/>
                    <a:pt x="11191" y="5714"/>
                  </a:cubicBezTo>
                  <a:cubicBezTo>
                    <a:pt x="10070" y="6152"/>
                    <a:pt x="8850" y="6373"/>
                    <a:pt x="7630" y="6373"/>
                  </a:cubicBezTo>
                  <a:cubicBezTo>
                    <a:pt x="6696" y="6373"/>
                    <a:pt x="5762" y="6243"/>
                    <a:pt x="4873" y="5982"/>
                  </a:cubicBezTo>
                  <a:cubicBezTo>
                    <a:pt x="4202" y="5784"/>
                    <a:pt x="3521" y="5521"/>
                    <a:pt x="2847" y="5521"/>
                  </a:cubicBezTo>
                  <a:cubicBezTo>
                    <a:pt x="2703" y="5521"/>
                    <a:pt x="2559" y="5533"/>
                    <a:pt x="2415" y="5560"/>
                  </a:cubicBezTo>
                  <a:cubicBezTo>
                    <a:pt x="1756" y="5673"/>
                    <a:pt x="1223" y="6094"/>
                    <a:pt x="843" y="6599"/>
                  </a:cubicBezTo>
                  <a:cubicBezTo>
                    <a:pt x="113" y="7582"/>
                    <a:pt x="1" y="8874"/>
                    <a:pt x="408" y="10010"/>
                  </a:cubicBezTo>
                  <a:lnTo>
                    <a:pt x="2079" y="8887"/>
                  </a:lnTo>
                  <a:cubicBezTo>
                    <a:pt x="1616" y="8298"/>
                    <a:pt x="1489" y="7442"/>
                    <a:pt x="1798" y="6768"/>
                  </a:cubicBezTo>
                  <a:cubicBezTo>
                    <a:pt x="1938" y="6444"/>
                    <a:pt x="2177" y="6164"/>
                    <a:pt x="2472" y="5939"/>
                  </a:cubicBezTo>
                  <a:cubicBezTo>
                    <a:pt x="2655" y="6122"/>
                    <a:pt x="2865" y="6290"/>
                    <a:pt x="3089" y="6459"/>
                  </a:cubicBezTo>
                  <a:cubicBezTo>
                    <a:pt x="4519" y="7483"/>
                    <a:pt x="6504" y="7996"/>
                    <a:pt x="8482" y="7996"/>
                  </a:cubicBezTo>
                  <a:cubicBezTo>
                    <a:pt x="9729" y="7996"/>
                    <a:pt x="10973" y="7792"/>
                    <a:pt x="12075" y="7386"/>
                  </a:cubicBezTo>
                  <a:cubicBezTo>
                    <a:pt x="14925" y="6319"/>
                    <a:pt x="16764" y="4058"/>
                    <a:pt x="17045" y="1686"/>
                  </a:cubicBezTo>
                  <a:cubicBezTo>
                    <a:pt x="17115" y="1124"/>
                    <a:pt x="17087" y="548"/>
                    <a:pt x="1693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" name="Google Shape;301;p32"/>
            <p:cNvSpPr/>
            <p:nvPr/>
          </p:nvSpPr>
          <p:spPr>
            <a:xfrm>
              <a:off x="6910107" y="3115191"/>
              <a:ext cx="1332566" cy="1405769"/>
            </a:xfrm>
            <a:custGeom>
              <a:rect b="b" l="l" r="r" t="t"/>
              <a:pathLst>
                <a:path extrusionOk="0" h="26098" w="24739">
                  <a:moveTo>
                    <a:pt x="21775" y="0"/>
                  </a:moveTo>
                  <a:cubicBezTo>
                    <a:pt x="21341" y="0"/>
                    <a:pt x="20913" y="131"/>
                    <a:pt x="20568" y="386"/>
                  </a:cubicBezTo>
                  <a:cubicBezTo>
                    <a:pt x="17501" y="2669"/>
                    <a:pt x="14758" y="3759"/>
                    <a:pt x="11468" y="3759"/>
                  </a:cubicBezTo>
                  <a:cubicBezTo>
                    <a:pt x="9275" y="3759"/>
                    <a:pt x="6840" y="3275"/>
                    <a:pt x="3904" y="2337"/>
                  </a:cubicBezTo>
                  <a:cubicBezTo>
                    <a:pt x="3696" y="2272"/>
                    <a:pt x="3485" y="2241"/>
                    <a:pt x="3277" y="2241"/>
                  </a:cubicBezTo>
                  <a:cubicBezTo>
                    <a:pt x="2541" y="2241"/>
                    <a:pt x="1845" y="2628"/>
                    <a:pt x="1517" y="3263"/>
                  </a:cubicBezTo>
                  <a:cubicBezTo>
                    <a:pt x="1433" y="3432"/>
                    <a:pt x="1362" y="3600"/>
                    <a:pt x="1292" y="3769"/>
                  </a:cubicBezTo>
                  <a:cubicBezTo>
                    <a:pt x="744" y="4008"/>
                    <a:pt x="366" y="4541"/>
                    <a:pt x="366" y="5145"/>
                  </a:cubicBezTo>
                  <a:cubicBezTo>
                    <a:pt x="366" y="5496"/>
                    <a:pt x="491" y="5818"/>
                    <a:pt x="716" y="6071"/>
                  </a:cubicBezTo>
                  <a:cubicBezTo>
                    <a:pt x="703" y="6127"/>
                    <a:pt x="688" y="6183"/>
                    <a:pt x="688" y="6254"/>
                  </a:cubicBezTo>
                  <a:cubicBezTo>
                    <a:pt x="267" y="6549"/>
                    <a:pt x="1" y="7026"/>
                    <a:pt x="1" y="7559"/>
                  </a:cubicBezTo>
                  <a:cubicBezTo>
                    <a:pt x="1" y="8023"/>
                    <a:pt x="197" y="8444"/>
                    <a:pt x="506" y="8739"/>
                  </a:cubicBezTo>
                  <a:cubicBezTo>
                    <a:pt x="197" y="9048"/>
                    <a:pt x="1" y="9469"/>
                    <a:pt x="1" y="9918"/>
                  </a:cubicBezTo>
                  <a:cubicBezTo>
                    <a:pt x="1" y="10522"/>
                    <a:pt x="323" y="11041"/>
                    <a:pt x="828" y="11337"/>
                  </a:cubicBezTo>
                  <a:cubicBezTo>
                    <a:pt x="534" y="11645"/>
                    <a:pt x="351" y="12039"/>
                    <a:pt x="351" y="12488"/>
                  </a:cubicBezTo>
                  <a:cubicBezTo>
                    <a:pt x="351" y="13162"/>
                    <a:pt x="772" y="13737"/>
                    <a:pt x="1376" y="14004"/>
                  </a:cubicBezTo>
                  <a:cubicBezTo>
                    <a:pt x="1250" y="14242"/>
                    <a:pt x="1165" y="14495"/>
                    <a:pt x="1165" y="14776"/>
                  </a:cubicBezTo>
                  <a:cubicBezTo>
                    <a:pt x="1165" y="15520"/>
                    <a:pt x="1685" y="16152"/>
                    <a:pt x="2401" y="16376"/>
                  </a:cubicBezTo>
                  <a:cubicBezTo>
                    <a:pt x="2457" y="16488"/>
                    <a:pt x="2500" y="16601"/>
                    <a:pt x="2556" y="16713"/>
                  </a:cubicBezTo>
                  <a:cubicBezTo>
                    <a:pt x="2780" y="17177"/>
                    <a:pt x="3202" y="17499"/>
                    <a:pt x="3692" y="17654"/>
                  </a:cubicBezTo>
                  <a:cubicBezTo>
                    <a:pt x="3900" y="17721"/>
                    <a:pt x="4115" y="17756"/>
                    <a:pt x="4330" y="17756"/>
                  </a:cubicBezTo>
                  <a:cubicBezTo>
                    <a:pt x="4522" y="17756"/>
                    <a:pt x="4714" y="17728"/>
                    <a:pt x="4900" y="17668"/>
                  </a:cubicBezTo>
                  <a:cubicBezTo>
                    <a:pt x="5293" y="17935"/>
                    <a:pt x="5574" y="18328"/>
                    <a:pt x="5658" y="18763"/>
                  </a:cubicBezTo>
                  <a:cubicBezTo>
                    <a:pt x="5757" y="19212"/>
                    <a:pt x="5644" y="19704"/>
                    <a:pt x="5364" y="20083"/>
                  </a:cubicBezTo>
                  <a:cubicBezTo>
                    <a:pt x="5265" y="20223"/>
                    <a:pt x="5293" y="20434"/>
                    <a:pt x="5461" y="20532"/>
                  </a:cubicBezTo>
                  <a:cubicBezTo>
                    <a:pt x="5518" y="20560"/>
                    <a:pt x="5588" y="20588"/>
                    <a:pt x="5658" y="20588"/>
                  </a:cubicBezTo>
                  <a:cubicBezTo>
                    <a:pt x="5770" y="20588"/>
                    <a:pt x="5883" y="20532"/>
                    <a:pt x="5953" y="20434"/>
                  </a:cubicBezTo>
                  <a:cubicBezTo>
                    <a:pt x="6332" y="19914"/>
                    <a:pt x="6472" y="19255"/>
                    <a:pt x="6346" y="18637"/>
                  </a:cubicBezTo>
                  <a:cubicBezTo>
                    <a:pt x="6248" y="18145"/>
                    <a:pt x="5967" y="17682"/>
                    <a:pt x="5560" y="17331"/>
                  </a:cubicBezTo>
                  <a:cubicBezTo>
                    <a:pt x="6206" y="16840"/>
                    <a:pt x="6444" y="15998"/>
                    <a:pt x="6079" y="15268"/>
                  </a:cubicBezTo>
                  <a:cubicBezTo>
                    <a:pt x="5813" y="14734"/>
                    <a:pt x="5588" y="14158"/>
                    <a:pt x="5377" y="13555"/>
                  </a:cubicBezTo>
                  <a:lnTo>
                    <a:pt x="5377" y="13540"/>
                  </a:lnTo>
                  <a:cubicBezTo>
                    <a:pt x="4577" y="11097"/>
                    <a:pt x="4254" y="8233"/>
                    <a:pt x="4577" y="6254"/>
                  </a:cubicBezTo>
                  <a:lnTo>
                    <a:pt x="4577" y="6254"/>
                  </a:lnTo>
                  <a:cubicBezTo>
                    <a:pt x="4634" y="6268"/>
                    <a:pt x="4703" y="6282"/>
                    <a:pt x="4774" y="6310"/>
                  </a:cubicBezTo>
                  <a:cubicBezTo>
                    <a:pt x="5083" y="6801"/>
                    <a:pt x="5658" y="7138"/>
                    <a:pt x="6318" y="7138"/>
                  </a:cubicBezTo>
                  <a:cubicBezTo>
                    <a:pt x="6683" y="7138"/>
                    <a:pt x="7006" y="7040"/>
                    <a:pt x="7287" y="6872"/>
                  </a:cubicBezTo>
                  <a:cubicBezTo>
                    <a:pt x="7329" y="6885"/>
                    <a:pt x="7371" y="6885"/>
                    <a:pt x="7399" y="6900"/>
                  </a:cubicBezTo>
                  <a:cubicBezTo>
                    <a:pt x="7736" y="7293"/>
                    <a:pt x="8256" y="7559"/>
                    <a:pt x="8831" y="7559"/>
                  </a:cubicBezTo>
                  <a:cubicBezTo>
                    <a:pt x="9252" y="7559"/>
                    <a:pt x="9617" y="7434"/>
                    <a:pt x="9926" y="7222"/>
                  </a:cubicBezTo>
                  <a:lnTo>
                    <a:pt x="10010" y="7222"/>
                  </a:lnTo>
                  <a:cubicBezTo>
                    <a:pt x="10334" y="7559"/>
                    <a:pt x="10811" y="7784"/>
                    <a:pt x="11330" y="7784"/>
                  </a:cubicBezTo>
                  <a:cubicBezTo>
                    <a:pt x="11822" y="7784"/>
                    <a:pt x="12271" y="7602"/>
                    <a:pt x="12593" y="7293"/>
                  </a:cubicBezTo>
                  <a:cubicBezTo>
                    <a:pt x="12874" y="7462"/>
                    <a:pt x="13211" y="7559"/>
                    <a:pt x="13576" y="7559"/>
                  </a:cubicBezTo>
                  <a:cubicBezTo>
                    <a:pt x="14152" y="7559"/>
                    <a:pt x="14658" y="7307"/>
                    <a:pt x="14980" y="6928"/>
                  </a:cubicBezTo>
                  <a:cubicBezTo>
                    <a:pt x="15233" y="7054"/>
                    <a:pt x="15528" y="7138"/>
                    <a:pt x="15851" y="7138"/>
                  </a:cubicBezTo>
                  <a:cubicBezTo>
                    <a:pt x="16553" y="7138"/>
                    <a:pt x="17157" y="6760"/>
                    <a:pt x="17451" y="6212"/>
                  </a:cubicBezTo>
                  <a:cubicBezTo>
                    <a:pt x="17718" y="6352"/>
                    <a:pt x="18027" y="6436"/>
                    <a:pt x="18364" y="6436"/>
                  </a:cubicBezTo>
                  <a:cubicBezTo>
                    <a:pt x="19291" y="6436"/>
                    <a:pt x="20034" y="5805"/>
                    <a:pt x="20147" y="4976"/>
                  </a:cubicBezTo>
                  <a:cubicBezTo>
                    <a:pt x="20189" y="4948"/>
                    <a:pt x="20218" y="4935"/>
                    <a:pt x="20259" y="4906"/>
                  </a:cubicBezTo>
                  <a:lnTo>
                    <a:pt x="20259" y="4906"/>
                  </a:lnTo>
                  <a:cubicBezTo>
                    <a:pt x="20639" y="8894"/>
                    <a:pt x="20287" y="12347"/>
                    <a:pt x="19235" y="15183"/>
                  </a:cubicBezTo>
                  <a:cubicBezTo>
                    <a:pt x="19164" y="15365"/>
                    <a:pt x="19024" y="15520"/>
                    <a:pt x="18842" y="15618"/>
                  </a:cubicBezTo>
                  <a:cubicBezTo>
                    <a:pt x="18729" y="15689"/>
                    <a:pt x="18589" y="15730"/>
                    <a:pt x="18434" y="15745"/>
                  </a:cubicBezTo>
                  <a:lnTo>
                    <a:pt x="14517" y="16067"/>
                  </a:lnTo>
                  <a:cubicBezTo>
                    <a:pt x="13941" y="16110"/>
                    <a:pt x="13394" y="16250"/>
                    <a:pt x="12917" y="16488"/>
                  </a:cubicBezTo>
                  <a:cubicBezTo>
                    <a:pt x="11541" y="17121"/>
                    <a:pt x="10600" y="18441"/>
                    <a:pt x="10600" y="19929"/>
                  </a:cubicBezTo>
                  <a:lnTo>
                    <a:pt x="10600" y="22217"/>
                  </a:lnTo>
                  <a:cubicBezTo>
                    <a:pt x="10600" y="22273"/>
                    <a:pt x="10600" y="22344"/>
                    <a:pt x="10614" y="22413"/>
                  </a:cubicBezTo>
                  <a:cubicBezTo>
                    <a:pt x="10684" y="23059"/>
                    <a:pt x="10951" y="23677"/>
                    <a:pt x="11569" y="23929"/>
                  </a:cubicBezTo>
                  <a:cubicBezTo>
                    <a:pt x="11710" y="23972"/>
                    <a:pt x="11667" y="26063"/>
                    <a:pt x="11822" y="26092"/>
                  </a:cubicBezTo>
                  <a:cubicBezTo>
                    <a:pt x="11859" y="26096"/>
                    <a:pt x="11972" y="26098"/>
                    <a:pt x="12109" y="26098"/>
                  </a:cubicBezTo>
                  <a:cubicBezTo>
                    <a:pt x="12383" y="26098"/>
                    <a:pt x="12758" y="26092"/>
                    <a:pt x="12833" y="26092"/>
                  </a:cubicBezTo>
                  <a:cubicBezTo>
                    <a:pt x="13198" y="26092"/>
                    <a:pt x="12748" y="24141"/>
                    <a:pt x="13324" y="23761"/>
                  </a:cubicBezTo>
                  <a:cubicBezTo>
                    <a:pt x="13857" y="23424"/>
                    <a:pt x="14461" y="22849"/>
                    <a:pt x="14461" y="22217"/>
                  </a:cubicBezTo>
                  <a:lnTo>
                    <a:pt x="14461" y="20083"/>
                  </a:lnTo>
                  <a:cubicBezTo>
                    <a:pt x="14728" y="20251"/>
                    <a:pt x="15036" y="20350"/>
                    <a:pt x="15373" y="20350"/>
                  </a:cubicBezTo>
                  <a:cubicBezTo>
                    <a:pt x="15950" y="20350"/>
                    <a:pt x="16468" y="20069"/>
                    <a:pt x="16764" y="19661"/>
                  </a:cubicBezTo>
                  <a:cubicBezTo>
                    <a:pt x="17017" y="19816"/>
                    <a:pt x="17325" y="19901"/>
                    <a:pt x="17662" y="19901"/>
                  </a:cubicBezTo>
                  <a:cubicBezTo>
                    <a:pt x="18153" y="19901"/>
                    <a:pt x="18589" y="19704"/>
                    <a:pt x="18898" y="19381"/>
                  </a:cubicBezTo>
                  <a:cubicBezTo>
                    <a:pt x="19136" y="19508"/>
                    <a:pt x="19417" y="19592"/>
                    <a:pt x="19726" y="19592"/>
                  </a:cubicBezTo>
                  <a:cubicBezTo>
                    <a:pt x="20540" y="19592"/>
                    <a:pt x="21214" y="19058"/>
                    <a:pt x="21369" y="18342"/>
                  </a:cubicBezTo>
                  <a:lnTo>
                    <a:pt x="21397" y="18342"/>
                  </a:lnTo>
                  <a:cubicBezTo>
                    <a:pt x="22323" y="18342"/>
                    <a:pt x="23067" y="17640"/>
                    <a:pt x="23067" y="16784"/>
                  </a:cubicBezTo>
                  <a:cubicBezTo>
                    <a:pt x="23067" y="16587"/>
                    <a:pt x="23025" y="16391"/>
                    <a:pt x="22955" y="16222"/>
                  </a:cubicBezTo>
                  <a:cubicBezTo>
                    <a:pt x="23432" y="15942"/>
                    <a:pt x="23741" y="15464"/>
                    <a:pt x="23741" y="14903"/>
                  </a:cubicBezTo>
                  <a:cubicBezTo>
                    <a:pt x="23741" y="14650"/>
                    <a:pt x="23657" y="14397"/>
                    <a:pt x="23544" y="14186"/>
                  </a:cubicBezTo>
                  <a:cubicBezTo>
                    <a:pt x="23544" y="14144"/>
                    <a:pt x="23559" y="14102"/>
                    <a:pt x="23572" y="14074"/>
                  </a:cubicBezTo>
                  <a:cubicBezTo>
                    <a:pt x="23868" y="13793"/>
                    <a:pt x="24050" y="13400"/>
                    <a:pt x="24050" y="12979"/>
                  </a:cubicBezTo>
                  <a:cubicBezTo>
                    <a:pt x="24050" y="12769"/>
                    <a:pt x="23994" y="12557"/>
                    <a:pt x="23909" y="12375"/>
                  </a:cubicBezTo>
                  <a:cubicBezTo>
                    <a:pt x="23924" y="12347"/>
                    <a:pt x="23924" y="12305"/>
                    <a:pt x="23937" y="12277"/>
                  </a:cubicBezTo>
                  <a:cubicBezTo>
                    <a:pt x="24317" y="11996"/>
                    <a:pt x="24570" y="11547"/>
                    <a:pt x="24570" y="11056"/>
                  </a:cubicBezTo>
                  <a:cubicBezTo>
                    <a:pt x="24570" y="10691"/>
                    <a:pt x="24429" y="10354"/>
                    <a:pt x="24205" y="10086"/>
                  </a:cubicBezTo>
                  <a:cubicBezTo>
                    <a:pt x="24429" y="9820"/>
                    <a:pt x="24570" y="9497"/>
                    <a:pt x="24570" y="9132"/>
                  </a:cubicBezTo>
                  <a:cubicBezTo>
                    <a:pt x="24570" y="8795"/>
                    <a:pt x="24457" y="8486"/>
                    <a:pt x="24261" y="8233"/>
                  </a:cubicBezTo>
                  <a:cubicBezTo>
                    <a:pt x="24555" y="7952"/>
                    <a:pt x="24738" y="7559"/>
                    <a:pt x="24738" y="7138"/>
                  </a:cubicBezTo>
                  <a:cubicBezTo>
                    <a:pt x="24738" y="6704"/>
                    <a:pt x="24555" y="6310"/>
                    <a:pt x="24246" y="6030"/>
                  </a:cubicBezTo>
                  <a:cubicBezTo>
                    <a:pt x="24443" y="5777"/>
                    <a:pt x="24570" y="5453"/>
                    <a:pt x="24570" y="5116"/>
                  </a:cubicBezTo>
                  <a:cubicBezTo>
                    <a:pt x="24570" y="4667"/>
                    <a:pt x="24359" y="4261"/>
                    <a:pt x="24036" y="3980"/>
                  </a:cubicBezTo>
                  <a:cubicBezTo>
                    <a:pt x="24036" y="3937"/>
                    <a:pt x="24022" y="3896"/>
                    <a:pt x="24022" y="3868"/>
                  </a:cubicBezTo>
                  <a:cubicBezTo>
                    <a:pt x="24162" y="3628"/>
                    <a:pt x="24261" y="3362"/>
                    <a:pt x="24261" y="3067"/>
                  </a:cubicBezTo>
                  <a:cubicBezTo>
                    <a:pt x="24261" y="2632"/>
                    <a:pt x="24064" y="2239"/>
                    <a:pt x="23756" y="1958"/>
                  </a:cubicBezTo>
                  <a:cubicBezTo>
                    <a:pt x="23741" y="1803"/>
                    <a:pt x="23713" y="1649"/>
                    <a:pt x="23685" y="1494"/>
                  </a:cubicBezTo>
                  <a:cubicBezTo>
                    <a:pt x="23587" y="877"/>
                    <a:pt x="23123" y="343"/>
                    <a:pt x="22477" y="118"/>
                  </a:cubicBezTo>
                  <a:cubicBezTo>
                    <a:pt x="22249" y="39"/>
                    <a:pt x="22011" y="0"/>
                    <a:pt x="2177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" name="Google Shape;302;p32"/>
            <p:cNvSpPr/>
            <p:nvPr/>
          </p:nvSpPr>
          <p:spPr>
            <a:xfrm>
              <a:off x="7084037" y="3326234"/>
              <a:ext cx="1002859" cy="897983"/>
            </a:xfrm>
            <a:custGeom>
              <a:rect b="b" l="l" r="r" t="t"/>
              <a:pathLst>
                <a:path extrusionOk="0" h="16671" w="18618">
                  <a:moveTo>
                    <a:pt x="17260" y="1"/>
                  </a:moveTo>
                  <a:cubicBezTo>
                    <a:pt x="17187" y="1"/>
                    <a:pt x="17115" y="8"/>
                    <a:pt x="17045" y="19"/>
                  </a:cubicBezTo>
                  <a:cubicBezTo>
                    <a:pt x="16974" y="19"/>
                    <a:pt x="16876" y="47"/>
                    <a:pt x="16777" y="90"/>
                  </a:cubicBezTo>
                  <a:cubicBezTo>
                    <a:pt x="15950" y="356"/>
                    <a:pt x="14334" y="1227"/>
                    <a:pt x="13773" y="1451"/>
                  </a:cubicBezTo>
                  <a:cubicBezTo>
                    <a:pt x="11871" y="2209"/>
                    <a:pt x="9959" y="2563"/>
                    <a:pt x="8019" y="2563"/>
                  </a:cubicBezTo>
                  <a:cubicBezTo>
                    <a:pt x="6508" y="2563"/>
                    <a:pt x="4981" y="2349"/>
                    <a:pt x="3426" y="1943"/>
                  </a:cubicBezTo>
                  <a:cubicBezTo>
                    <a:pt x="3005" y="1831"/>
                    <a:pt x="2612" y="1634"/>
                    <a:pt x="2232" y="1479"/>
                  </a:cubicBezTo>
                  <a:cubicBezTo>
                    <a:pt x="1894" y="1337"/>
                    <a:pt x="1576" y="1222"/>
                    <a:pt x="1282" y="1222"/>
                  </a:cubicBezTo>
                  <a:cubicBezTo>
                    <a:pt x="1027" y="1222"/>
                    <a:pt x="791" y="1308"/>
                    <a:pt x="576" y="1535"/>
                  </a:cubicBezTo>
                  <a:cubicBezTo>
                    <a:pt x="113" y="2027"/>
                    <a:pt x="1" y="3164"/>
                    <a:pt x="42" y="3810"/>
                  </a:cubicBezTo>
                  <a:cubicBezTo>
                    <a:pt x="126" y="5397"/>
                    <a:pt x="338" y="6477"/>
                    <a:pt x="744" y="8036"/>
                  </a:cubicBezTo>
                  <a:cubicBezTo>
                    <a:pt x="1320" y="10212"/>
                    <a:pt x="2219" y="10957"/>
                    <a:pt x="1966" y="12262"/>
                  </a:cubicBezTo>
                  <a:cubicBezTo>
                    <a:pt x="1770" y="13287"/>
                    <a:pt x="955" y="13540"/>
                    <a:pt x="463" y="13736"/>
                  </a:cubicBezTo>
                  <a:cubicBezTo>
                    <a:pt x="671" y="13803"/>
                    <a:pt x="886" y="13838"/>
                    <a:pt x="1101" y="13838"/>
                  </a:cubicBezTo>
                  <a:cubicBezTo>
                    <a:pt x="1293" y="13838"/>
                    <a:pt x="1485" y="13810"/>
                    <a:pt x="1671" y="13750"/>
                  </a:cubicBezTo>
                  <a:cubicBezTo>
                    <a:pt x="2064" y="14017"/>
                    <a:pt x="2345" y="14410"/>
                    <a:pt x="2429" y="14845"/>
                  </a:cubicBezTo>
                  <a:cubicBezTo>
                    <a:pt x="2528" y="15294"/>
                    <a:pt x="2415" y="15786"/>
                    <a:pt x="2135" y="16165"/>
                  </a:cubicBezTo>
                  <a:cubicBezTo>
                    <a:pt x="2036" y="16305"/>
                    <a:pt x="2064" y="16516"/>
                    <a:pt x="2232" y="16614"/>
                  </a:cubicBezTo>
                  <a:cubicBezTo>
                    <a:pt x="2289" y="16642"/>
                    <a:pt x="2359" y="16670"/>
                    <a:pt x="2429" y="16670"/>
                  </a:cubicBezTo>
                  <a:cubicBezTo>
                    <a:pt x="2541" y="16670"/>
                    <a:pt x="2654" y="16614"/>
                    <a:pt x="2724" y="16516"/>
                  </a:cubicBezTo>
                  <a:cubicBezTo>
                    <a:pt x="3103" y="15996"/>
                    <a:pt x="3243" y="15337"/>
                    <a:pt x="3117" y="14719"/>
                  </a:cubicBezTo>
                  <a:cubicBezTo>
                    <a:pt x="3019" y="14227"/>
                    <a:pt x="2738" y="13764"/>
                    <a:pt x="2331" y="13413"/>
                  </a:cubicBezTo>
                  <a:cubicBezTo>
                    <a:pt x="2977" y="12922"/>
                    <a:pt x="3215" y="12080"/>
                    <a:pt x="2850" y="11350"/>
                  </a:cubicBezTo>
                  <a:cubicBezTo>
                    <a:pt x="2584" y="10816"/>
                    <a:pt x="2359" y="10240"/>
                    <a:pt x="2148" y="9637"/>
                  </a:cubicBezTo>
                  <a:lnTo>
                    <a:pt x="2148" y="9622"/>
                  </a:lnTo>
                  <a:cubicBezTo>
                    <a:pt x="1348" y="7179"/>
                    <a:pt x="1025" y="4315"/>
                    <a:pt x="1348" y="2336"/>
                  </a:cubicBezTo>
                  <a:lnTo>
                    <a:pt x="1348" y="2336"/>
                  </a:lnTo>
                  <a:cubicBezTo>
                    <a:pt x="1405" y="2350"/>
                    <a:pt x="1474" y="2364"/>
                    <a:pt x="1545" y="2392"/>
                  </a:cubicBezTo>
                  <a:cubicBezTo>
                    <a:pt x="1854" y="2883"/>
                    <a:pt x="2429" y="3220"/>
                    <a:pt x="3089" y="3220"/>
                  </a:cubicBezTo>
                  <a:cubicBezTo>
                    <a:pt x="3454" y="3220"/>
                    <a:pt x="3777" y="3122"/>
                    <a:pt x="4058" y="2954"/>
                  </a:cubicBezTo>
                  <a:cubicBezTo>
                    <a:pt x="4100" y="2967"/>
                    <a:pt x="4142" y="2967"/>
                    <a:pt x="4170" y="2982"/>
                  </a:cubicBezTo>
                  <a:cubicBezTo>
                    <a:pt x="4507" y="3375"/>
                    <a:pt x="5027" y="3641"/>
                    <a:pt x="5602" y="3641"/>
                  </a:cubicBezTo>
                  <a:cubicBezTo>
                    <a:pt x="6023" y="3641"/>
                    <a:pt x="6388" y="3516"/>
                    <a:pt x="6697" y="3304"/>
                  </a:cubicBezTo>
                  <a:lnTo>
                    <a:pt x="6781" y="3304"/>
                  </a:lnTo>
                  <a:cubicBezTo>
                    <a:pt x="7105" y="3641"/>
                    <a:pt x="7582" y="3866"/>
                    <a:pt x="8101" y="3866"/>
                  </a:cubicBezTo>
                  <a:cubicBezTo>
                    <a:pt x="8593" y="3866"/>
                    <a:pt x="9042" y="3684"/>
                    <a:pt x="9364" y="3375"/>
                  </a:cubicBezTo>
                  <a:cubicBezTo>
                    <a:pt x="9645" y="3544"/>
                    <a:pt x="9982" y="3641"/>
                    <a:pt x="10347" y="3641"/>
                  </a:cubicBezTo>
                  <a:cubicBezTo>
                    <a:pt x="10923" y="3641"/>
                    <a:pt x="11429" y="3389"/>
                    <a:pt x="11751" y="3010"/>
                  </a:cubicBezTo>
                  <a:cubicBezTo>
                    <a:pt x="12004" y="3136"/>
                    <a:pt x="12299" y="3220"/>
                    <a:pt x="12622" y="3220"/>
                  </a:cubicBezTo>
                  <a:cubicBezTo>
                    <a:pt x="13324" y="3220"/>
                    <a:pt x="13928" y="2842"/>
                    <a:pt x="14222" y="2294"/>
                  </a:cubicBezTo>
                  <a:cubicBezTo>
                    <a:pt x="14489" y="2434"/>
                    <a:pt x="14798" y="2518"/>
                    <a:pt x="15135" y="2518"/>
                  </a:cubicBezTo>
                  <a:cubicBezTo>
                    <a:pt x="16062" y="2518"/>
                    <a:pt x="16805" y="1887"/>
                    <a:pt x="16918" y="1058"/>
                  </a:cubicBezTo>
                  <a:cubicBezTo>
                    <a:pt x="16960" y="1030"/>
                    <a:pt x="16989" y="1017"/>
                    <a:pt x="17030" y="988"/>
                  </a:cubicBezTo>
                  <a:lnTo>
                    <a:pt x="17030" y="988"/>
                  </a:lnTo>
                  <a:cubicBezTo>
                    <a:pt x="17410" y="4976"/>
                    <a:pt x="17058" y="8429"/>
                    <a:pt x="16006" y="11265"/>
                  </a:cubicBezTo>
                  <a:cubicBezTo>
                    <a:pt x="15935" y="11447"/>
                    <a:pt x="15795" y="11602"/>
                    <a:pt x="15613" y="11700"/>
                  </a:cubicBezTo>
                  <a:cubicBezTo>
                    <a:pt x="15922" y="11644"/>
                    <a:pt x="16216" y="11560"/>
                    <a:pt x="16497" y="11419"/>
                  </a:cubicBezTo>
                  <a:cubicBezTo>
                    <a:pt x="16511" y="11419"/>
                    <a:pt x="16511" y="11406"/>
                    <a:pt x="16525" y="11406"/>
                  </a:cubicBezTo>
                  <a:cubicBezTo>
                    <a:pt x="18041" y="10633"/>
                    <a:pt x="18308" y="8766"/>
                    <a:pt x="18392" y="7179"/>
                  </a:cubicBezTo>
                  <a:cubicBezTo>
                    <a:pt x="18462" y="5803"/>
                    <a:pt x="18617" y="4414"/>
                    <a:pt x="18617" y="3024"/>
                  </a:cubicBezTo>
                  <a:cubicBezTo>
                    <a:pt x="18617" y="527"/>
                    <a:pt x="17903" y="1"/>
                    <a:pt x="1726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" name="Google Shape;303;p32"/>
            <p:cNvSpPr/>
            <p:nvPr/>
          </p:nvSpPr>
          <p:spPr>
            <a:xfrm>
              <a:off x="7481830" y="3988989"/>
              <a:ext cx="670835" cy="531971"/>
            </a:xfrm>
            <a:custGeom>
              <a:rect b="b" l="l" r="r" t="t"/>
              <a:pathLst>
                <a:path extrusionOk="0" h="9876" w="12454">
                  <a:moveTo>
                    <a:pt x="12341" y="0"/>
                  </a:moveTo>
                  <a:cubicBezTo>
                    <a:pt x="11835" y="225"/>
                    <a:pt x="11373" y="534"/>
                    <a:pt x="10895" y="815"/>
                  </a:cubicBezTo>
                  <a:cubicBezTo>
                    <a:pt x="9379" y="1685"/>
                    <a:pt x="7638" y="2247"/>
                    <a:pt x="5854" y="2415"/>
                  </a:cubicBezTo>
                  <a:cubicBezTo>
                    <a:pt x="4815" y="2527"/>
                    <a:pt x="3567" y="2612"/>
                    <a:pt x="3075" y="3454"/>
                  </a:cubicBezTo>
                  <a:cubicBezTo>
                    <a:pt x="2780" y="3945"/>
                    <a:pt x="2878" y="4549"/>
                    <a:pt x="2865" y="5111"/>
                  </a:cubicBezTo>
                  <a:cubicBezTo>
                    <a:pt x="2865" y="5672"/>
                    <a:pt x="2681" y="6318"/>
                    <a:pt x="2120" y="6543"/>
                  </a:cubicBezTo>
                  <a:cubicBezTo>
                    <a:pt x="1983" y="6595"/>
                    <a:pt x="1839" y="6616"/>
                    <a:pt x="1693" y="6616"/>
                  </a:cubicBezTo>
                  <a:cubicBezTo>
                    <a:pt x="1406" y="6616"/>
                    <a:pt x="1108" y="6532"/>
                    <a:pt x="828" y="6430"/>
                  </a:cubicBezTo>
                  <a:cubicBezTo>
                    <a:pt x="562" y="6346"/>
                    <a:pt x="281" y="6234"/>
                    <a:pt x="0" y="6191"/>
                  </a:cubicBezTo>
                  <a:lnTo>
                    <a:pt x="0" y="6191"/>
                  </a:lnTo>
                  <a:cubicBezTo>
                    <a:pt x="70" y="6837"/>
                    <a:pt x="337" y="7455"/>
                    <a:pt x="955" y="7707"/>
                  </a:cubicBezTo>
                  <a:cubicBezTo>
                    <a:pt x="1096" y="7750"/>
                    <a:pt x="1053" y="9841"/>
                    <a:pt x="1208" y="9870"/>
                  </a:cubicBezTo>
                  <a:cubicBezTo>
                    <a:pt x="1245" y="9874"/>
                    <a:pt x="1358" y="9876"/>
                    <a:pt x="1495" y="9876"/>
                  </a:cubicBezTo>
                  <a:cubicBezTo>
                    <a:pt x="1769" y="9876"/>
                    <a:pt x="2144" y="9870"/>
                    <a:pt x="2219" y="9870"/>
                  </a:cubicBezTo>
                  <a:cubicBezTo>
                    <a:pt x="2584" y="9870"/>
                    <a:pt x="2134" y="7919"/>
                    <a:pt x="2710" y="7539"/>
                  </a:cubicBezTo>
                  <a:cubicBezTo>
                    <a:pt x="3243" y="7202"/>
                    <a:pt x="3847" y="6627"/>
                    <a:pt x="3847" y="5995"/>
                  </a:cubicBezTo>
                  <a:lnTo>
                    <a:pt x="3847" y="3861"/>
                  </a:lnTo>
                  <a:cubicBezTo>
                    <a:pt x="4114" y="4029"/>
                    <a:pt x="4422" y="4128"/>
                    <a:pt x="4759" y="4128"/>
                  </a:cubicBezTo>
                  <a:cubicBezTo>
                    <a:pt x="5336" y="4128"/>
                    <a:pt x="5854" y="3847"/>
                    <a:pt x="6150" y="3439"/>
                  </a:cubicBezTo>
                  <a:cubicBezTo>
                    <a:pt x="6403" y="3594"/>
                    <a:pt x="6711" y="3679"/>
                    <a:pt x="7048" y="3679"/>
                  </a:cubicBezTo>
                  <a:cubicBezTo>
                    <a:pt x="7539" y="3679"/>
                    <a:pt x="7975" y="3482"/>
                    <a:pt x="8284" y="3159"/>
                  </a:cubicBezTo>
                  <a:cubicBezTo>
                    <a:pt x="8522" y="3286"/>
                    <a:pt x="8803" y="3370"/>
                    <a:pt x="9112" y="3370"/>
                  </a:cubicBezTo>
                  <a:cubicBezTo>
                    <a:pt x="9926" y="3370"/>
                    <a:pt x="10600" y="2836"/>
                    <a:pt x="10755" y="2120"/>
                  </a:cubicBezTo>
                  <a:lnTo>
                    <a:pt x="10783" y="2120"/>
                  </a:lnTo>
                  <a:cubicBezTo>
                    <a:pt x="11709" y="2120"/>
                    <a:pt x="12453" y="1418"/>
                    <a:pt x="12453" y="562"/>
                  </a:cubicBezTo>
                  <a:cubicBezTo>
                    <a:pt x="12453" y="365"/>
                    <a:pt x="12411" y="169"/>
                    <a:pt x="1234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" name="Google Shape;304;p32"/>
            <p:cNvSpPr/>
            <p:nvPr/>
          </p:nvSpPr>
          <p:spPr>
            <a:xfrm>
              <a:off x="7133162" y="3379453"/>
              <a:ext cx="920445" cy="638354"/>
            </a:xfrm>
            <a:custGeom>
              <a:rect b="b" l="l" r="r" t="t"/>
              <a:pathLst>
                <a:path extrusionOk="0" h="11851" w="17088">
                  <a:moveTo>
                    <a:pt x="16118" y="0"/>
                  </a:moveTo>
                  <a:cubicBezTo>
                    <a:pt x="16161" y="210"/>
                    <a:pt x="16174" y="422"/>
                    <a:pt x="16161" y="618"/>
                  </a:cubicBezTo>
                  <a:cubicBezTo>
                    <a:pt x="16146" y="422"/>
                    <a:pt x="16133" y="210"/>
                    <a:pt x="16118" y="0"/>
                  </a:cubicBezTo>
                  <a:close/>
                  <a:moveTo>
                    <a:pt x="16118" y="0"/>
                  </a:moveTo>
                  <a:cubicBezTo>
                    <a:pt x="16077" y="29"/>
                    <a:pt x="16048" y="42"/>
                    <a:pt x="16006" y="70"/>
                  </a:cubicBezTo>
                  <a:cubicBezTo>
                    <a:pt x="15936" y="519"/>
                    <a:pt x="15683" y="927"/>
                    <a:pt x="15318" y="1193"/>
                  </a:cubicBezTo>
                  <a:cubicBezTo>
                    <a:pt x="15163" y="1306"/>
                    <a:pt x="14981" y="1390"/>
                    <a:pt x="14785" y="1446"/>
                  </a:cubicBezTo>
                  <a:cubicBezTo>
                    <a:pt x="14616" y="1502"/>
                    <a:pt x="14420" y="1530"/>
                    <a:pt x="14223" y="1530"/>
                  </a:cubicBezTo>
                  <a:cubicBezTo>
                    <a:pt x="13886" y="1530"/>
                    <a:pt x="13577" y="1446"/>
                    <a:pt x="13310" y="1306"/>
                  </a:cubicBezTo>
                  <a:cubicBezTo>
                    <a:pt x="13016" y="1854"/>
                    <a:pt x="12412" y="2232"/>
                    <a:pt x="11710" y="2232"/>
                  </a:cubicBezTo>
                  <a:cubicBezTo>
                    <a:pt x="11528" y="2232"/>
                    <a:pt x="11345" y="2204"/>
                    <a:pt x="11176" y="2148"/>
                  </a:cubicBezTo>
                  <a:cubicBezTo>
                    <a:pt x="11050" y="2120"/>
                    <a:pt x="10938" y="2064"/>
                    <a:pt x="10839" y="2022"/>
                  </a:cubicBezTo>
                  <a:cubicBezTo>
                    <a:pt x="10545" y="2359"/>
                    <a:pt x="10124" y="2597"/>
                    <a:pt x="9618" y="2653"/>
                  </a:cubicBezTo>
                  <a:lnTo>
                    <a:pt x="9435" y="2653"/>
                  </a:lnTo>
                  <a:cubicBezTo>
                    <a:pt x="9070" y="2653"/>
                    <a:pt x="8733" y="2556"/>
                    <a:pt x="8452" y="2387"/>
                  </a:cubicBezTo>
                  <a:cubicBezTo>
                    <a:pt x="8130" y="2696"/>
                    <a:pt x="7681" y="2878"/>
                    <a:pt x="7189" y="2878"/>
                  </a:cubicBezTo>
                  <a:cubicBezTo>
                    <a:pt x="6979" y="2878"/>
                    <a:pt x="6768" y="2836"/>
                    <a:pt x="6586" y="2766"/>
                  </a:cubicBezTo>
                  <a:cubicBezTo>
                    <a:pt x="6375" y="2710"/>
                    <a:pt x="6193" y="2597"/>
                    <a:pt x="6038" y="2471"/>
                  </a:cubicBezTo>
                  <a:cubicBezTo>
                    <a:pt x="5982" y="2429"/>
                    <a:pt x="5912" y="2373"/>
                    <a:pt x="5869" y="2316"/>
                  </a:cubicBezTo>
                  <a:lnTo>
                    <a:pt x="5785" y="2316"/>
                  </a:lnTo>
                  <a:cubicBezTo>
                    <a:pt x="5476" y="2528"/>
                    <a:pt x="5111" y="2653"/>
                    <a:pt x="4690" y="2653"/>
                  </a:cubicBezTo>
                  <a:cubicBezTo>
                    <a:pt x="4115" y="2653"/>
                    <a:pt x="3595" y="2387"/>
                    <a:pt x="3258" y="1994"/>
                  </a:cubicBezTo>
                  <a:cubicBezTo>
                    <a:pt x="3230" y="1979"/>
                    <a:pt x="3188" y="1979"/>
                    <a:pt x="3146" y="1966"/>
                  </a:cubicBezTo>
                  <a:cubicBezTo>
                    <a:pt x="3020" y="2050"/>
                    <a:pt x="2893" y="2106"/>
                    <a:pt x="2752" y="2148"/>
                  </a:cubicBezTo>
                  <a:cubicBezTo>
                    <a:pt x="2584" y="2204"/>
                    <a:pt x="2415" y="2232"/>
                    <a:pt x="2247" y="2232"/>
                  </a:cubicBezTo>
                  <a:lnTo>
                    <a:pt x="2177" y="2232"/>
                  </a:lnTo>
                  <a:cubicBezTo>
                    <a:pt x="1517" y="2232"/>
                    <a:pt x="942" y="1895"/>
                    <a:pt x="633" y="1404"/>
                  </a:cubicBezTo>
                  <a:cubicBezTo>
                    <a:pt x="577" y="1390"/>
                    <a:pt x="521" y="1362"/>
                    <a:pt x="465" y="1348"/>
                  </a:cubicBezTo>
                  <a:lnTo>
                    <a:pt x="436" y="1348"/>
                  </a:lnTo>
                  <a:lnTo>
                    <a:pt x="422" y="1362"/>
                  </a:lnTo>
                  <a:cubicBezTo>
                    <a:pt x="184" y="1474"/>
                    <a:pt x="71" y="1755"/>
                    <a:pt x="43" y="2008"/>
                  </a:cubicBezTo>
                  <a:cubicBezTo>
                    <a:pt x="29" y="2064"/>
                    <a:pt x="29" y="2106"/>
                    <a:pt x="29" y="2163"/>
                  </a:cubicBezTo>
                  <a:cubicBezTo>
                    <a:pt x="1" y="2499"/>
                    <a:pt x="71" y="2850"/>
                    <a:pt x="225" y="3173"/>
                  </a:cubicBezTo>
                  <a:cubicBezTo>
                    <a:pt x="253" y="3230"/>
                    <a:pt x="281" y="3299"/>
                    <a:pt x="310" y="3370"/>
                  </a:cubicBezTo>
                  <a:cubicBezTo>
                    <a:pt x="324" y="3510"/>
                    <a:pt x="324" y="3664"/>
                    <a:pt x="338" y="3819"/>
                  </a:cubicBezTo>
                  <a:lnTo>
                    <a:pt x="338" y="3960"/>
                  </a:lnTo>
                  <a:cubicBezTo>
                    <a:pt x="268" y="4450"/>
                    <a:pt x="169" y="4928"/>
                    <a:pt x="212" y="5420"/>
                  </a:cubicBezTo>
                  <a:cubicBezTo>
                    <a:pt x="212" y="5476"/>
                    <a:pt x="212" y="5532"/>
                    <a:pt x="225" y="5588"/>
                  </a:cubicBezTo>
                  <a:cubicBezTo>
                    <a:pt x="253" y="5854"/>
                    <a:pt x="338" y="6122"/>
                    <a:pt x="478" y="6360"/>
                  </a:cubicBezTo>
                  <a:cubicBezTo>
                    <a:pt x="549" y="6487"/>
                    <a:pt x="618" y="6584"/>
                    <a:pt x="717" y="6683"/>
                  </a:cubicBezTo>
                  <a:cubicBezTo>
                    <a:pt x="745" y="6837"/>
                    <a:pt x="787" y="6992"/>
                    <a:pt x="815" y="7146"/>
                  </a:cubicBezTo>
                  <a:cubicBezTo>
                    <a:pt x="830" y="7202"/>
                    <a:pt x="843" y="7245"/>
                    <a:pt x="858" y="7301"/>
                  </a:cubicBezTo>
                  <a:lnTo>
                    <a:pt x="858" y="7708"/>
                  </a:lnTo>
                  <a:cubicBezTo>
                    <a:pt x="886" y="8059"/>
                    <a:pt x="955" y="8396"/>
                    <a:pt x="1082" y="8705"/>
                  </a:cubicBezTo>
                  <a:cubicBezTo>
                    <a:pt x="1223" y="9042"/>
                    <a:pt x="1419" y="9336"/>
                    <a:pt x="1685" y="9603"/>
                  </a:cubicBezTo>
                  <a:cubicBezTo>
                    <a:pt x="1756" y="9660"/>
                    <a:pt x="1840" y="9729"/>
                    <a:pt x="1925" y="9785"/>
                  </a:cubicBezTo>
                  <a:cubicBezTo>
                    <a:pt x="2050" y="9898"/>
                    <a:pt x="2163" y="10010"/>
                    <a:pt x="2303" y="10109"/>
                  </a:cubicBezTo>
                  <a:cubicBezTo>
                    <a:pt x="2458" y="10249"/>
                    <a:pt x="2627" y="10362"/>
                    <a:pt x="2795" y="10487"/>
                  </a:cubicBezTo>
                  <a:lnTo>
                    <a:pt x="3258" y="10783"/>
                  </a:lnTo>
                  <a:cubicBezTo>
                    <a:pt x="3834" y="11148"/>
                    <a:pt x="4409" y="11513"/>
                    <a:pt x="5070" y="11709"/>
                  </a:cubicBezTo>
                  <a:cubicBezTo>
                    <a:pt x="5400" y="11805"/>
                    <a:pt x="5745" y="11851"/>
                    <a:pt x="6091" y="11851"/>
                  </a:cubicBezTo>
                  <a:cubicBezTo>
                    <a:pt x="6507" y="11851"/>
                    <a:pt x="6924" y="11783"/>
                    <a:pt x="7316" y="11653"/>
                  </a:cubicBezTo>
                  <a:cubicBezTo>
                    <a:pt x="7582" y="11569"/>
                    <a:pt x="7835" y="11457"/>
                    <a:pt x="8074" y="11316"/>
                  </a:cubicBezTo>
                  <a:cubicBezTo>
                    <a:pt x="8116" y="11330"/>
                    <a:pt x="8144" y="11358"/>
                    <a:pt x="8186" y="11372"/>
                  </a:cubicBezTo>
                  <a:cubicBezTo>
                    <a:pt x="8383" y="11470"/>
                    <a:pt x="8565" y="11526"/>
                    <a:pt x="8776" y="11582"/>
                  </a:cubicBezTo>
                  <a:cubicBezTo>
                    <a:pt x="9014" y="11470"/>
                    <a:pt x="9267" y="11372"/>
                    <a:pt x="9519" y="11302"/>
                  </a:cubicBezTo>
                  <a:cubicBezTo>
                    <a:pt x="9632" y="11274"/>
                    <a:pt x="9744" y="11246"/>
                    <a:pt x="9871" y="11232"/>
                  </a:cubicBezTo>
                  <a:cubicBezTo>
                    <a:pt x="10011" y="11204"/>
                    <a:pt x="10165" y="11176"/>
                    <a:pt x="10334" y="11161"/>
                  </a:cubicBezTo>
                  <a:lnTo>
                    <a:pt x="10376" y="11161"/>
                  </a:lnTo>
                  <a:lnTo>
                    <a:pt x="11541" y="11064"/>
                  </a:lnTo>
                  <a:lnTo>
                    <a:pt x="14293" y="10839"/>
                  </a:lnTo>
                  <a:cubicBezTo>
                    <a:pt x="14448" y="10824"/>
                    <a:pt x="14588" y="10783"/>
                    <a:pt x="14701" y="10712"/>
                  </a:cubicBezTo>
                  <a:lnTo>
                    <a:pt x="14714" y="10712"/>
                  </a:lnTo>
                  <a:cubicBezTo>
                    <a:pt x="14925" y="10699"/>
                    <a:pt x="15122" y="10642"/>
                    <a:pt x="15304" y="10544"/>
                  </a:cubicBezTo>
                  <a:cubicBezTo>
                    <a:pt x="15655" y="10375"/>
                    <a:pt x="15936" y="10081"/>
                    <a:pt x="16077" y="9757"/>
                  </a:cubicBezTo>
                  <a:cubicBezTo>
                    <a:pt x="16258" y="9308"/>
                    <a:pt x="16258" y="8817"/>
                    <a:pt x="16118" y="8353"/>
                  </a:cubicBezTo>
                  <a:cubicBezTo>
                    <a:pt x="16090" y="8228"/>
                    <a:pt x="16048" y="8101"/>
                    <a:pt x="15992" y="7975"/>
                  </a:cubicBezTo>
                  <a:cubicBezTo>
                    <a:pt x="16062" y="7891"/>
                    <a:pt x="16133" y="7806"/>
                    <a:pt x="16189" y="7736"/>
                  </a:cubicBezTo>
                  <a:cubicBezTo>
                    <a:pt x="16680" y="7076"/>
                    <a:pt x="16835" y="6219"/>
                    <a:pt x="16582" y="5461"/>
                  </a:cubicBezTo>
                  <a:cubicBezTo>
                    <a:pt x="16511" y="5223"/>
                    <a:pt x="16385" y="4984"/>
                    <a:pt x="16413" y="4746"/>
                  </a:cubicBezTo>
                  <a:cubicBezTo>
                    <a:pt x="16413" y="4703"/>
                    <a:pt x="16413" y="4675"/>
                    <a:pt x="16427" y="4662"/>
                  </a:cubicBezTo>
                  <a:cubicBezTo>
                    <a:pt x="16442" y="4521"/>
                    <a:pt x="16498" y="4394"/>
                    <a:pt x="16539" y="4268"/>
                  </a:cubicBezTo>
                  <a:cubicBezTo>
                    <a:pt x="17087" y="2878"/>
                    <a:pt x="16919" y="1277"/>
                    <a:pt x="1611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" name="Google Shape;305;p32"/>
            <p:cNvSpPr/>
            <p:nvPr/>
          </p:nvSpPr>
          <p:spPr>
            <a:xfrm>
              <a:off x="7254197" y="3488368"/>
              <a:ext cx="481014" cy="230650"/>
            </a:xfrm>
            <a:custGeom>
              <a:rect b="b" l="l" r="r" t="t"/>
              <a:pathLst>
                <a:path extrusionOk="0" h="4282" w="8930">
                  <a:moveTo>
                    <a:pt x="8592" y="0"/>
                  </a:moveTo>
                  <a:cubicBezTo>
                    <a:pt x="8298" y="337"/>
                    <a:pt x="7877" y="575"/>
                    <a:pt x="7371" y="631"/>
                  </a:cubicBezTo>
                  <a:cubicBezTo>
                    <a:pt x="7091" y="772"/>
                    <a:pt x="6795" y="955"/>
                    <a:pt x="6627" y="1236"/>
                  </a:cubicBezTo>
                  <a:cubicBezTo>
                    <a:pt x="6430" y="1573"/>
                    <a:pt x="6430" y="2007"/>
                    <a:pt x="6627" y="2541"/>
                  </a:cubicBezTo>
                  <a:cubicBezTo>
                    <a:pt x="6669" y="2640"/>
                    <a:pt x="6711" y="2724"/>
                    <a:pt x="6754" y="2836"/>
                  </a:cubicBezTo>
                  <a:cubicBezTo>
                    <a:pt x="6866" y="3074"/>
                    <a:pt x="6964" y="3327"/>
                    <a:pt x="6978" y="3566"/>
                  </a:cubicBezTo>
                  <a:cubicBezTo>
                    <a:pt x="6992" y="3692"/>
                    <a:pt x="6978" y="3748"/>
                    <a:pt x="6950" y="3776"/>
                  </a:cubicBezTo>
                  <a:cubicBezTo>
                    <a:pt x="6950" y="3776"/>
                    <a:pt x="6922" y="3804"/>
                    <a:pt x="6838" y="3804"/>
                  </a:cubicBezTo>
                  <a:cubicBezTo>
                    <a:pt x="6711" y="3791"/>
                    <a:pt x="6557" y="3707"/>
                    <a:pt x="6501" y="3594"/>
                  </a:cubicBezTo>
                  <a:cubicBezTo>
                    <a:pt x="6430" y="3439"/>
                    <a:pt x="6417" y="3257"/>
                    <a:pt x="6389" y="3061"/>
                  </a:cubicBezTo>
                  <a:cubicBezTo>
                    <a:pt x="6374" y="2920"/>
                    <a:pt x="6360" y="2780"/>
                    <a:pt x="6332" y="2640"/>
                  </a:cubicBezTo>
                  <a:cubicBezTo>
                    <a:pt x="6177" y="2035"/>
                    <a:pt x="5672" y="1516"/>
                    <a:pt x="4957" y="1236"/>
                  </a:cubicBezTo>
                  <a:cubicBezTo>
                    <a:pt x="4605" y="1095"/>
                    <a:pt x="4226" y="1024"/>
                    <a:pt x="3777" y="996"/>
                  </a:cubicBezTo>
                  <a:lnTo>
                    <a:pt x="4311" y="772"/>
                  </a:lnTo>
                  <a:cubicBezTo>
                    <a:pt x="4311" y="758"/>
                    <a:pt x="4324" y="758"/>
                    <a:pt x="4339" y="744"/>
                  </a:cubicBezTo>
                  <a:cubicBezTo>
                    <a:pt x="4128" y="688"/>
                    <a:pt x="3946" y="575"/>
                    <a:pt x="3791" y="449"/>
                  </a:cubicBezTo>
                  <a:lnTo>
                    <a:pt x="2570" y="983"/>
                  </a:lnTo>
                  <a:cubicBezTo>
                    <a:pt x="2542" y="996"/>
                    <a:pt x="2514" y="1011"/>
                    <a:pt x="2499" y="1024"/>
                  </a:cubicBezTo>
                  <a:cubicBezTo>
                    <a:pt x="2316" y="1038"/>
                    <a:pt x="2143" y="1048"/>
                    <a:pt x="1974" y="1048"/>
                  </a:cubicBezTo>
                  <a:cubicBezTo>
                    <a:pt x="1780" y="1048"/>
                    <a:pt x="1592" y="1034"/>
                    <a:pt x="1404" y="996"/>
                  </a:cubicBezTo>
                  <a:cubicBezTo>
                    <a:pt x="969" y="899"/>
                    <a:pt x="534" y="590"/>
                    <a:pt x="520" y="197"/>
                  </a:cubicBezTo>
                  <a:cubicBezTo>
                    <a:pt x="520" y="169"/>
                    <a:pt x="505" y="154"/>
                    <a:pt x="505" y="126"/>
                  </a:cubicBezTo>
                  <a:cubicBezTo>
                    <a:pt x="337" y="182"/>
                    <a:pt x="168" y="210"/>
                    <a:pt x="0" y="210"/>
                  </a:cubicBezTo>
                  <a:lnTo>
                    <a:pt x="0" y="225"/>
                  </a:lnTo>
                  <a:cubicBezTo>
                    <a:pt x="15" y="884"/>
                    <a:pt x="674" y="1333"/>
                    <a:pt x="1278" y="1460"/>
                  </a:cubicBezTo>
                  <a:cubicBezTo>
                    <a:pt x="1516" y="1516"/>
                    <a:pt x="1754" y="1534"/>
                    <a:pt x="1990" y="1534"/>
                  </a:cubicBezTo>
                  <a:cubicBezTo>
                    <a:pt x="2227" y="1534"/>
                    <a:pt x="2463" y="1516"/>
                    <a:pt x="2696" y="1502"/>
                  </a:cubicBezTo>
                  <a:cubicBezTo>
                    <a:pt x="2808" y="1488"/>
                    <a:pt x="2907" y="1488"/>
                    <a:pt x="3019" y="1474"/>
                  </a:cubicBezTo>
                  <a:cubicBezTo>
                    <a:pt x="3153" y="1466"/>
                    <a:pt x="3281" y="1462"/>
                    <a:pt x="3404" y="1462"/>
                  </a:cubicBezTo>
                  <a:cubicBezTo>
                    <a:pt x="3940" y="1462"/>
                    <a:pt x="4380" y="1536"/>
                    <a:pt x="4745" y="1685"/>
                  </a:cubicBezTo>
                  <a:cubicBezTo>
                    <a:pt x="5293" y="1895"/>
                    <a:pt x="5700" y="2303"/>
                    <a:pt x="5812" y="2752"/>
                  </a:cubicBezTo>
                  <a:cubicBezTo>
                    <a:pt x="5840" y="2864"/>
                    <a:pt x="5855" y="2977"/>
                    <a:pt x="5869" y="3102"/>
                  </a:cubicBezTo>
                  <a:cubicBezTo>
                    <a:pt x="5883" y="3327"/>
                    <a:pt x="5911" y="3566"/>
                    <a:pt x="6037" y="3804"/>
                  </a:cubicBezTo>
                  <a:cubicBezTo>
                    <a:pt x="6164" y="4057"/>
                    <a:pt x="6486" y="4254"/>
                    <a:pt x="6795" y="4282"/>
                  </a:cubicBezTo>
                  <a:lnTo>
                    <a:pt x="6866" y="4282"/>
                  </a:lnTo>
                  <a:cubicBezTo>
                    <a:pt x="7076" y="4282"/>
                    <a:pt x="7259" y="4197"/>
                    <a:pt x="7385" y="4044"/>
                  </a:cubicBezTo>
                  <a:cubicBezTo>
                    <a:pt x="7484" y="3917"/>
                    <a:pt x="7525" y="3735"/>
                    <a:pt x="7512" y="3523"/>
                  </a:cubicBezTo>
                  <a:cubicBezTo>
                    <a:pt x="7484" y="3215"/>
                    <a:pt x="7357" y="2920"/>
                    <a:pt x="7244" y="2653"/>
                  </a:cubicBezTo>
                  <a:cubicBezTo>
                    <a:pt x="7203" y="2555"/>
                    <a:pt x="7160" y="2471"/>
                    <a:pt x="7119" y="2372"/>
                  </a:cubicBezTo>
                  <a:cubicBezTo>
                    <a:pt x="6978" y="1979"/>
                    <a:pt x="6964" y="1685"/>
                    <a:pt x="7091" y="1460"/>
                  </a:cubicBezTo>
                  <a:cubicBezTo>
                    <a:pt x="7244" y="1221"/>
                    <a:pt x="7553" y="1081"/>
                    <a:pt x="7905" y="927"/>
                  </a:cubicBezTo>
                  <a:cubicBezTo>
                    <a:pt x="8298" y="744"/>
                    <a:pt x="8747" y="534"/>
                    <a:pt x="8929" y="126"/>
                  </a:cubicBezTo>
                  <a:cubicBezTo>
                    <a:pt x="8803" y="98"/>
                    <a:pt x="8691" y="42"/>
                    <a:pt x="859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" name="Google Shape;306;p32"/>
            <p:cNvSpPr/>
            <p:nvPr/>
          </p:nvSpPr>
          <p:spPr>
            <a:xfrm>
              <a:off x="7133162" y="3443714"/>
              <a:ext cx="893189" cy="574093"/>
            </a:xfrm>
            <a:custGeom>
              <a:rect b="b" l="l" r="r" t="t"/>
              <a:pathLst>
                <a:path extrusionOk="0" h="10658" w="16582">
                  <a:moveTo>
                    <a:pt x="13914" y="2303"/>
                  </a:moveTo>
                  <a:cubicBezTo>
                    <a:pt x="14055" y="2486"/>
                    <a:pt x="14181" y="2668"/>
                    <a:pt x="14293" y="2879"/>
                  </a:cubicBezTo>
                  <a:lnTo>
                    <a:pt x="14308" y="2879"/>
                  </a:lnTo>
                  <a:lnTo>
                    <a:pt x="14308" y="2907"/>
                  </a:lnTo>
                  <a:cubicBezTo>
                    <a:pt x="14321" y="2907"/>
                    <a:pt x="14308" y="2920"/>
                    <a:pt x="14321" y="2935"/>
                  </a:cubicBezTo>
                  <a:cubicBezTo>
                    <a:pt x="14336" y="2949"/>
                    <a:pt x="14349" y="2977"/>
                    <a:pt x="14364" y="2991"/>
                  </a:cubicBezTo>
                  <a:lnTo>
                    <a:pt x="14364" y="3005"/>
                  </a:lnTo>
                  <a:cubicBezTo>
                    <a:pt x="14742" y="3735"/>
                    <a:pt x="14897" y="4564"/>
                    <a:pt x="14798" y="5363"/>
                  </a:cubicBezTo>
                  <a:cubicBezTo>
                    <a:pt x="14461" y="5209"/>
                    <a:pt x="14096" y="5111"/>
                    <a:pt x="13718" y="5069"/>
                  </a:cubicBezTo>
                  <a:cubicBezTo>
                    <a:pt x="13675" y="4592"/>
                    <a:pt x="13577" y="4171"/>
                    <a:pt x="13394" y="3791"/>
                  </a:cubicBezTo>
                  <a:cubicBezTo>
                    <a:pt x="13212" y="3384"/>
                    <a:pt x="12917" y="3019"/>
                    <a:pt x="12580" y="2767"/>
                  </a:cubicBezTo>
                  <a:cubicBezTo>
                    <a:pt x="13072" y="2682"/>
                    <a:pt x="13521" y="2527"/>
                    <a:pt x="13914" y="2303"/>
                  </a:cubicBezTo>
                  <a:close/>
                  <a:moveTo>
                    <a:pt x="6201" y="4544"/>
                  </a:moveTo>
                  <a:cubicBezTo>
                    <a:pt x="6315" y="4544"/>
                    <a:pt x="6429" y="4554"/>
                    <a:pt x="6543" y="4577"/>
                  </a:cubicBezTo>
                  <a:cubicBezTo>
                    <a:pt x="6543" y="4592"/>
                    <a:pt x="6558" y="4592"/>
                    <a:pt x="6571" y="4605"/>
                  </a:cubicBezTo>
                  <a:cubicBezTo>
                    <a:pt x="6571" y="4676"/>
                    <a:pt x="6571" y="4760"/>
                    <a:pt x="6558" y="4830"/>
                  </a:cubicBezTo>
                  <a:cubicBezTo>
                    <a:pt x="6558" y="5209"/>
                    <a:pt x="6543" y="5631"/>
                    <a:pt x="6740" y="5981"/>
                  </a:cubicBezTo>
                  <a:cubicBezTo>
                    <a:pt x="6347" y="6333"/>
                    <a:pt x="6024" y="6739"/>
                    <a:pt x="5785" y="7188"/>
                  </a:cubicBezTo>
                  <a:cubicBezTo>
                    <a:pt x="5715" y="7301"/>
                    <a:pt x="5771" y="7441"/>
                    <a:pt x="5897" y="7512"/>
                  </a:cubicBezTo>
                  <a:cubicBezTo>
                    <a:pt x="5940" y="7525"/>
                    <a:pt x="5968" y="7525"/>
                    <a:pt x="6010" y="7525"/>
                  </a:cubicBezTo>
                  <a:cubicBezTo>
                    <a:pt x="6108" y="7525"/>
                    <a:pt x="6206" y="7484"/>
                    <a:pt x="6249" y="7400"/>
                  </a:cubicBezTo>
                  <a:cubicBezTo>
                    <a:pt x="6459" y="7020"/>
                    <a:pt x="6740" y="6655"/>
                    <a:pt x="7077" y="6361"/>
                  </a:cubicBezTo>
                  <a:cubicBezTo>
                    <a:pt x="7344" y="6585"/>
                    <a:pt x="7694" y="6698"/>
                    <a:pt x="7962" y="6782"/>
                  </a:cubicBezTo>
                  <a:cubicBezTo>
                    <a:pt x="8228" y="6866"/>
                    <a:pt x="8481" y="6922"/>
                    <a:pt x="8720" y="6950"/>
                  </a:cubicBezTo>
                  <a:cubicBezTo>
                    <a:pt x="8649" y="7076"/>
                    <a:pt x="8593" y="7203"/>
                    <a:pt x="8551" y="7329"/>
                  </a:cubicBezTo>
                  <a:cubicBezTo>
                    <a:pt x="8481" y="7469"/>
                    <a:pt x="8424" y="7596"/>
                    <a:pt x="8355" y="7709"/>
                  </a:cubicBezTo>
                  <a:cubicBezTo>
                    <a:pt x="8271" y="7821"/>
                    <a:pt x="8144" y="7933"/>
                    <a:pt x="7990" y="8059"/>
                  </a:cubicBezTo>
                  <a:cubicBezTo>
                    <a:pt x="7559" y="8357"/>
                    <a:pt x="7008" y="8516"/>
                    <a:pt x="6458" y="8516"/>
                  </a:cubicBezTo>
                  <a:cubicBezTo>
                    <a:pt x="6307" y="8516"/>
                    <a:pt x="6157" y="8504"/>
                    <a:pt x="6010" y="8480"/>
                  </a:cubicBezTo>
                  <a:cubicBezTo>
                    <a:pt x="5912" y="8467"/>
                    <a:pt x="5813" y="8452"/>
                    <a:pt x="5715" y="8424"/>
                  </a:cubicBezTo>
                  <a:cubicBezTo>
                    <a:pt x="5631" y="8396"/>
                    <a:pt x="5532" y="8368"/>
                    <a:pt x="5448" y="8340"/>
                  </a:cubicBezTo>
                  <a:cubicBezTo>
                    <a:pt x="5238" y="8255"/>
                    <a:pt x="5083" y="8158"/>
                    <a:pt x="4957" y="8045"/>
                  </a:cubicBezTo>
                  <a:cubicBezTo>
                    <a:pt x="4634" y="7737"/>
                    <a:pt x="4592" y="7287"/>
                    <a:pt x="4634" y="6922"/>
                  </a:cubicBezTo>
                  <a:cubicBezTo>
                    <a:pt x="4648" y="6767"/>
                    <a:pt x="4676" y="6613"/>
                    <a:pt x="4718" y="6515"/>
                  </a:cubicBezTo>
                  <a:lnTo>
                    <a:pt x="4718" y="6473"/>
                  </a:lnTo>
                  <a:cubicBezTo>
                    <a:pt x="4789" y="6248"/>
                    <a:pt x="4873" y="6037"/>
                    <a:pt x="4957" y="5813"/>
                  </a:cubicBezTo>
                  <a:cubicBezTo>
                    <a:pt x="5098" y="5476"/>
                    <a:pt x="5238" y="5111"/>
                    <a:pt x="5294" y="4732"/>
                  </a:cubicBezTo>
                  <a:cubicBezTo>
                    <a:pt x="5590" y="4619"/>
                    <a:pt x="5894" y="4544"/>
                    <a:pt x="6201" y="4544"/>
                  </a:cubicBezTo>
                  <a:close/>
                  <a:moveTo>
                    <a:pt x="11385" y="2820"/>
                  </a:moveTo>
                  <a:cubicBezTo>
                    <a:pt x="11415" y="2820"/>
                    <a:pt x="11448" y="2821"/>
                    <a:pt x="11485" y="2823"/>
                  </a:cubicBezTo>
                  <a:lnTo>
                    <a:pt x="11724" y="2823"/>
                  </a:lnTo>
                  <a:cubicBezTo>
                    <a:pt x="11738" y="2836"/>
                    <a:pt x="11752" y="2851"/>
                    <a:pt x="11766" y="2851"/>
                  </a:cubicBezTo>
                  <a:cubicBezTo>
                    <a:pt x="12258" y="3047"/>
                    <a:pt x="12664" y="3454"/>
                    <a:pt x="12917" y="3974"/>
                  </a:cubicBezTo>
                  <a:cubicBezTo>
                    <a:pt x="13128" y="4423"/>
                    <a:pt x="13212" y="4957"/>
                    <a:pt x="13198" y="5603"/>
                  </a:cubicBezTo>
                  <a:cubicBezTo>
                    <a:pt x="13184" y="5771"/>
                    <a:pt x="13184" y="5968"/>
                    <a:pt x="13114" y="6136"/>
                  </a:cubicBezTo>
                  <a:cubicBezTo>
                    <a:pt x="13044" y="6318"/>
                    <a:pt x="12904" y="6487"/>
                    <a:pt x="12777" y="6655"/>
                  </a:cubicBezTo>
                  <a:lnTo>
                    <a:pt x="12623" y="6852"/>
                  </a:lnTo>
                  <a:lnTo>
                    <a:pt x="12412" y="7132"/>
                  </a:lnTo>
                  <a:lnTo>
                    <a:pt x="11878" y="7806"/>
                  </a:lnTo>
                  <a:cubicBezTo>
                    <a:pt x="11794" y="7919"/>
                    <a:pt x="11822" y="8059"/>
                    <a:pt x="11949" y="8143"/>
                  </a:cubicBezTo>
                  <a:cubicBezTo>
                    <a:pt x="11990" y="8171"/>
                    <a:pt x="12047" y="8186"/>
                    <a:pt x="12089" y="8186"/>
                  </a:cubicBezTo>
                  <a:cubicBezTo>
                    <a:pt x="12174" y="8186"/>
                    <a:pt x="12258" y="8143"/>
                    <a:pt x="12314" y="8087"/>
                  </a:cubicBezTo>
                  <a:lnTo>
                    <a:pt x="12608" y="7694"/>
                  </a:lnTo>
                  <a:cubicBezTo>
                    <a:pt x="12805" y="8017"/>
                    <a:pt x="13100" y="8284"/>
                    <a:pt x="13465" y="8452"/>
                  </a:cubicBezTo>
                  <a:cubicBezTo>
                    <a:pt x="13507" y="8467"/>
                    <a:pt x="13535" y="8467"/>
                    <a:pt x="13577" y="8467"/>
                  </a:cubicBezTo>
                  <a:cubicBezTo>
                    <a:pt x="13675" y="8467"/>
                    <a:pt x="13774" y="8424"/>
                    <a:pt x="13816" y="8340"/>
                  </a:cubicBezTo>
                  <a:cubicBezTo>
                    <a:pt x="13872" y="8214"/>
                    <a:pt x="13830" y="8074"/>
                    <a:pt x="13690" y="8017"/>
                  </a:cubicBezTo>
                  <a:cubicBezTo>
                    <a:pt x="13353" y="7862"/>
                    <a:pt x="13086" y="7568"/>
                    <a:pt x="12973" y="7231"/>
                  </a:cubicBezTo>
                  <a:lnTo>
                    <a:pt x="13198" y="6936"/>
                  </a:lnTo>
                  <a:cubicBezTo>
                    <a:pt x="13241" y="6880"/>
                    <a:pt x="13297" y="6823"/>
                    <a:pt x="13338" y="6767"/>
                  </a:cubicBezTo>
                  <a:cubicBezTo>
                    <a:pt x="14209" y="7175"/>
                    <a:pt x="14826" y="7890"/>
                    <a:pt x="14939" y="8649"/>
                  </a:cubicBezTo>
                  <a:cubicBezTo>
                    <a:pt x="14967" y="8817"/>
                    <a:pt x="14953" y="8944"/>
                    <a:pt x="14897" y="9042"/>
                  </a:cubicBezTo>
                  <a:cubicBezTo>
                    <a:pt x="14813" y="9210"/>
                    <a:pt x="14574" y="9309"/>
                    <a:pt x="14308" y="9407"/>
                  </a:cubicBezTo>
                  <a:cubicBezTo>
                    <a:pt x="13861" y="9569"/>
                    <a:pt x="13416" y="9744"/>
                    <a:pt x="12945" y="9744"/>
                  </a:cubicBezTo>
                  <a:cubicBezTo>
                    <a:pt x="12926" y="9744"/>
                    <a:pt x="12908" y="9744"/>
                    <a:pt x="12889" y="9744"/>
                  </a:cubicBezTo>
                  <a:cubicBezTo>
                    <a:pt x="12299" y="9730"/>
                    <a:pt x="11738" y="9449"/>
                    <a:pt x="11176" y="9141"/>
                  </a:cubicBezTo>
                  <a:cubicBezTo>
                    <a:pt x="10699" y="8860"/>
                    <a:pt x="10236" y="8592"/>
                    <a:pt x="9941" y="8199"/>
                  </a:cubicBezTo>
                  <a:cubicBezTo>
                    <a:pt x="9674" y="7877"/>
                    <a:pt x="9519" y="7372"/>
                    <a:pt x="9759" y="6978"/>
                  </a:cubicBezTo>
                  <a:cubicBezTo>
                    <a:pt x="9828" y="6964"/>
                    <a:pt x="9899" y="6964"/>
                    <a:pt x="9969" y="6950"/>
                  </a:cubicBezTo>
                  <a:cubicBezTo>
                    <a:pt x="10713" y="6795"/>
                    <a:pt x="11331" y="6346"/>
                    <a:pt x="11584" y="5771"/>
                  </a:cubicBezTo>
                  <a:cubicBezTo>
                    <a:pt x="11682" y="5532"/>
                    <a:pt x="11710" y="5307"/>
                    <a:pt x="11710" y="5083"/>
                  </a:cubicBezTo>
                  <a:cubicBezTo>
                    <a:pt x="11763" y="5080"/>
                    <a:pt x="11816" y="5079"/>
                    <a:pt x="11869" y="5079"/>
                  </a:cubicBezTo>
                  <a:cubicBezTo>
                    <a:pt x="12125" y="5079"/>
                    <a:pt x="12381" y="5104"/>
                    <a:pt x="12636" y="5139"/>
                  </a:cubicBezTo>
                  <a:lnTo>
                    <a:pt x="12679" y="5139"/>
                  </a:lnTo>
                  <a:cubicBezTo>
                    <a:pt x="12805" y="5139"/>
                    <a:pt x="12917" y="5069"/>
                    <a:pt x="12945" y="4942"/>
                  </a:cubicBezTo>
                  <a:cubicBezTo>
                    <a:pt x="12973" y="4816"/>
                    <a:pt x="12876" y="4689"/>
                    <a:pt x="12735" y="4661"/>
                  </a:cubicBezTo>
                  <a:cubicBezTo>
                    <a:pt x="12370" y="4605"/>
                    <a:pt x="12019" y="4592"/>
                    <a:pt x="11654" y="4592"/>
                  </a:cubicBezTo>
                  <a:cubicBezTo>
                    <a:pt x="11584" y="4296"/>
                    <a:pt x="11472" y="3987"/>
                    <a:pt x="11359" y="3679"/>
                  </a:cubicBezTo>
                  <a:cubicBezTo>
                    <a:pt x="11275" y="3454"/>
                    <a:pt x="11191" y="3244"/>
                    <a:pt x="11135" y="3019"/>
                  </a:cubicBezTo>
                  <a:cubicBezTo>
                    <a:pt x="11107" y="2920"/>
                    <a:pt x="11107" y="2879"/>
                    <a:pt x="11120" y="2864"/>
                  </a:cubicBezTo>
                  <a:cubicBezTo>
                    <a:pt x="11120" y="2864"/>
                    <a:pt x="11153" y="2820"/>
                    <a:pt x="11385" y="2820"/>
                  </a:cubicBezTo>
                  <a:close/>
                  <a:moveTo>
                    <a:pt x="4000" y="6862"/>
                  </a:moveTo>
                  <a:cubicBezTo>
                    <a:pt x="4039" y="6862"/>
                    <a:pt x="4077" y="6863"/>
                    <a:pt x="4115" y="6866"/>
                  </a:cubicBezTo>
                  <a:cubicBezTo>
                    <a:pt x="4044" y="7484"/>
                    <a:pt x="4199" y="8031"/>
                    <a:pt x="4578" y="8382"/>
                  </a:cubicBezTo>
                  <a:cubicBezTo>
                    <a:pt x="4704" y="8508"/>
                    <a:pt x="4858" y="8607"/>
                    <a:pt x="5055" y="8691"/>
                  </a:cubicBezTo>
                  <a:cubicBezTo>
                    <a:pt x="4746" y="8804"/>
                    <a:pt x="4437" y="8873"/>
                    <a:pt x="4115" y="8901"/>
                  </a:cubicBezTo>
                  <a:cubicBezTo>
                    <a:pt x="3974" y="8916"/>
                    <a:pt x="3876" y="9028"/>
                    <a:pt x="3890" y="9169"/>
                  </a:cubicBezTo>
                  <a:cubicBezTo>
                    <a:pt x="3904" y="9294"/>
                    <a:pt x="4016" y="9379"/>
                    <a:pt x="4143" y="9379"/>
                  </a:cubicBezTo>
                  <a:lnTo>
                    <a:pt x="4184" y="9379"/>
                  </a:lnTo>
                  <a:cubicBezTo>
                    <a:pt x="4733" y="9322"/>
                    <a:pt x="5280" y="9169"/>
                    <a:pt x="5771" y="8929"/>
                  </a:cubicBezTo>
                  <a:cubicBezTo>
                    <a:pt x="5996" y="8986"/>
                    <a:pt x="6221" y="9000"/>
                    <a:pt x="6431" y="9000"/>
                  </a:cubicBezTo>
                  <a:cubicBezTo>
                    <a:pt x="6839" y="9000"/>
                    <a:pt x="7245" y="8929"/>
                    <a:pt x="7625" y="8789"/>
                  </a:cubicBezTo>
                  <a:lnTo>
                    <a:pt x="7625" y="8789"/>
                  </a:lnTo>
                  <a:cubicBezTo>
                    <a:pt x="7835" y="9169"/>
                    <a:pt x="7751" y="9477"/>
                    <a:pt x="7582" y="9884"/>
                  </a:cubicBezTo>
                  <a:cubicBezTo>
                    <a:pt x="7150" y="10148"/>
                    <a:pt x="6483" y="10227"/>
                    <a:pt x="5912" y="10227"/>
                  </a:cubicBezTo>
                  <a:cubicBezTo>
                    <a:pt x="5815" y="10227"/>
                    <a:pt x="5721" y="10225"/>
                    <a:pt x="5631" y="10221"/>
                  </a:cubicBezTo>
                  <a:cubicBezTo>
                    <a:pt x="4578" y="10165"/>
                    <a:pt x="2795" y="8776"/>
                    <a:pt x="2752" y="8677"/>
                  </a:cubicBezTo>
                  <a:cubicBezTo>
                    <a:pt x="2711" y="8592"/>
                    <a:pt x="2683" y="8508"/>
                    <a:pt x="2655" y="8424"/>
                  </a:cubicBezTo>
                  <a:cubicBezTo>
                    <a:pt x="2542" y="7989"/>
                    <a:pt x="2711" y="7484"/>
                    <a:pt x="3076" y="7188"/>
                  </a:cubicBezTo>
                  <a:cubicBezTo>
                    <a:pt x="3328" y="6974"/>
                    <a:pt x="3660" y="6862"/>
                    <a:pt x="4000" y="6862"/>
                  </a:cubicBezTo>
                  <a:close/>
                  <a:moveTo>
                    <a:pt x="15318" y="0"/>
                  </a:moveTo>
                  <a:lnTo>
                    <a:pt x="15318" y="0"/>
                  </a:lnTo>
                  <a:cubicBezTo>
                    <a:pt x="15163" y="113"/>
                    <a:pt x="14981" y="197"/>
                    <a:pt x="14785" y="253"/>
                  </a:cubicBezTo>
                  <a:cubicBezTo>
                    <a:pt x="14742" y="801"/>
                    <a:pt x="14420" y="1348"/>
                    <a:pt x="13900" y="1728"/>
                  </a:cubicBezTo>
                  <a:cubicBezTo>
                    <a:pt x="13858" y="1756"/>
                    <a:pt x="13830" y="1769"/>
                    <a:pt x="13802" y="1797"/>
                  </a:cubicBezTo>
                  <a:cubicBezTo>
                    <a:pt x="13746" y="1840"/>
                    <a:pt x="13690" y="1868"/>
                    <a:pt x="13634" y="1896"/>
                  </a:cubicBezTo>
                  <a:cubicBezTo>
                    <a:pt x="13115" y="2186"/>
                    <a:pt x="12461" y="2352"/>
                    <a:pt x="11752" y="2352"/>
                  </a:cubicBezTo>
                  <a:cubicBezTo>
                    <a:pt x="11673" y="2352"/>
                    <a:pt x="11593" y="2350"/>
                    <a:pt x="11513" y="2345"/>
                  </a:cubicBezTo>
                  <a:cubicBezTo>
                    <a:pt x="11472" y="2342"/>
                    <a:pt x="11414" y="2338"/>
                    <a:pt x="11346" y="2338"/>
                  </a:cubicBezTo>
                  <a:cubicBezTo>
                    <a:pt x="11114" y="2338"/>
                    <a:pt x="10773" y="2385"/>
                    <a:pt x="10643" y="2668"/>
                  </a:cubicBezTo>
                  <a:cubicBezTo>
                    <a:pt x="10545" y="2851"/>
                    <a:pt x="10601" y="3047"/>
                    <a:pt x="10629" y="3145"/>
                  </a:cubicBezTo>
                  <a:cubicBezTo>
                    <a:pt x="10685" y="3370"/>
                    <a:pt x="10783" y="3609"/>
                    <a:pt x="10867" y="3834"/>
                  </a:cubicBezTo>
                  <a:cubicBezTo>
                    <a:pt x="10966" y="4114"/>
                    <a:pt x="11064" y="4381"/>
                    <a:pt x="11120" y="4648"/>
                  </a:cubicBezTo>
                  <a:cubicBezTo>
                    <a:pt x="11135" y="4661"/>
                    <a:pt x="11176" y="5041"/>
                    <a:pt x="11176" y="5041"/>
                  </a:cubicBezTo>
                  <a:cubicBezTo>
                    <a:pt x="11176" y="5054"/>
                    <a:pt x="11163" y="5434"/>
                    <a:pt x="11092" y="5588"/>
                  </a:cubicBezTo>
                  <a:cubicBezTo>
                    <a:pt x="10910" y="6024"/>
                    <a:pt x="10433" y="6361"/>
                    <a:pt x="9856" y="6473"/>
                  </a:cubicBezTo>
                  <a:cubicBezTo>
                    <a:pt x="9685" y="6506"/>
                    <a:pt x="9508" y="6523"/>
                    <a:pt x="9322" y="6523"/>
                  </a:cubicBezTo>
                  <a:cubicBezTo>
                    <a:pt x="8958" y="6523"/>
                    <a:pt x="8561" y="6458"/>
                    <a:pt x="8116" y="6318"/>
                  </a:cubicBezTo>
                  <a:cubicBezTo>
                    <a:pt x="7821" y="6234"/>
                    <a:pt x="7597" y="6136"/>
                    <a:pt x="7442" y="6009"/>
                  </a:cubicBezTo>
                  <a:cubicBezTo>
                    <a:pt x="7344" y="5940"/>
                    <a:pt x="7273" y="5869"/>
                    <a:pt x="7217" y="5785"/>
                  </a:cubicBezTo>
                  <a:cubicBezTo>
                    <a:pt x="7204" y="5756"/>
                    <a:pt x="7189" y="5728"/>
                    <a:pt x="7175" y="5715"/>
                  </a:cubicBezTo>
                  <a:cubicBezTo>
                    <a:pt x="7077" y="5462"/>
                    <a:pt x="7077" y="5167"/>
                    <a:pt x="7091" y="4844"/>
                  </a:cubicBezTo>
                  <a:cubicBezTo>
                    <a:pt x="7105" y="4367"/>
                    <a:pt x="7119" y="3819"/>
                    <a:pt x="6642" y="3469"/>
                  </a:cubicBezTo>
                  <a:cubicBezTo>
                    <a:pt x="6398" y="3284"/>
                    <a:pt x="6112" y="3227"/>
                    <a:pt x="5822" y="3227"/>
                  </a:cubicBezTo>
                  <a:cubicBezTo>
                    <a:pt x="5560" y="3227"/>
                    <a:pt x="5295" y="3274"/>
                    <a:pt x="5055" y="3314"/>
                  </a:cubicBezTo>
                  <a:lnTo>
                    <a:pt x="5013" y="3314"/>
                  </a:lnTo>
                  <a:cubicBezTo>
                    <a:pt x="4579" y="3387"/>
                    <a:pt x="4161" y="3423"/>
                    <a:pt x="3763" y="3423"/>
                  </a:cubicBezTo>
                  <a:cubicBezTo>
                    <a:pt x="3093" y="3423"/>
                    <a:pt x="2481" y="3320"/>
                    <a:pt x="1953" y="3117"/>
                  </a:cubicBezTo>
                  <a:cubicBezTo>
                    <a:pt x="970" y="2724"/>
                    <a:pt x="240" y="1938"/>
                    <a:pt x="85" y="1095"/>
                  </a:cubicBezTo>
                  <a:cubicBezTo>
                    <a:pt x="85" y="1054"/>
                    <a:pt x="57" y="1011"/>
                    <a:pt x="29" y="970"/>
                  </a:cubicBezTo>
                  <a:lnTo>
                    <a:pt x="29" y="970"/>
                  </a:lnTo>
                  <a:cubicBezTo>
                    <a:pt x="1" y="1306"/>
                    <a:pt x="71" y="1657"/>
                    <a:pt x="225" y="1980"/>
                  </a:cubicBezTo>
                  <a:cubicBezTo>
                    <a:pt x="253" y="2037"/>
                    <a:pt x="281" y="2106"/>
                    <a:pt x="310" y="2177"/>
                  </a:cubicBezTo>
                  <a:cubicBezTo>
                    <a:pt x="324" y="2317"/>
                    <a:pt x="324" y="2471"/>
                    <a:pt x="338" y="2626"/>
                  </a:cubicBezTo>
                  <a:cubicBezTo>
                    <a:pt x="703" y="3019"/>
                    <a:pt x="1180" y="3342"/>
                    <a:pt x="1742" y="3553"/>
                  </a:cubicBezTo>
                  <a:cubicBezTo>
                    <a:pt x="1798" y="3581"/>
                    <a:pt x="1869" y="3609"/>
                    <a:pt x="1925" y="3622"/>
                  </a:cubicBezTo>
                  <a:cubicBezTo>
                    <a:pt x="1784" y="3918"/>
                    <a:pt x="1742" y="4240"/>
                    <a:pt x="1798" y="4549"/>
                  </a:cubicBezTo>
                  <a:cubicBezTo>
                    <a:pt x="1812" y="4676"/>
                    <a:pt x="1925" y="4760"/>
                    <a:pt x="2050" y="4760"/>
                  </a:cubicBezTo>
                  <a:cubicBezTo>
                    <a:pt x="2065" y="4760"/>
                    <a:pt x="2079" y="4760"/>
                    <a:pt x="2093" y="4746"/>
                  </a:cubicBezTo>
                  <a:cubicBezTo>
                    <a:pt x="2234" y="4732"/>
                    <a:pt x="2331" y="4605"/>
                    <a:pt x="2318" y="4479"/>
                  </a:cubicBezTo>
                  <a:cubicBezTo>
                    <a:pt x="2275" y="4240"/>
                    <a:pt x="2318" y="3987"/>
                    <a:pt x="2444" y="3763"/>
                  </a:cubicBezTo>
                  <a:cubicBezTo>
                    <a:pt x="2868" y="3860"/>
                    <a:pt x="3319" y="3909"/>
                    <a:pt x="3792" y="3909"/>
                  </a:cubicBezTo>
                  <a:cubicBezTo>
                    <a:pt x="4212" y="3909"/>
                    <a:pt x="4648" y="3870"/>
                    <a:pt x="5098" y="3791"/>
                  </a:cubicBezTo>
                  <a:lnTo>
                    <a:pt x="5154" y="3777"/>
                  </a:lnTo>
                  <a:cubicBezTo>
                    <a:pt x="5382" y="3740"/>
                    <a:pt x="5614" y="3700"/>
                    <a:pt x="5823" y="3700"/>
                  </a:cubicBezTo>
                  <a:cubicBezTo>
                    <a:pt x="6013" y="3700"/>
                    <a:pt x="6185" y="3733"/>
                    <a:pt x="6318" y="3834"/>
                  </a:cubicBezTo>
                  <a:cubicBezTo>
                    <a:pt x="6403" y="3903"/>
                    <a:pt x="6459" y="3987"/>
                    <a:pt x="6502" y="4072"/>
                  </a:cubicBezTo>
                  <a:cubicBezTo>
                    <a:pt x="6414" y="4062"/>
                    <a:pt x="6326" y="4057"/>
                    <a:pt x="6239" y="4057"/>
                  </a:cubicBezTo>
                  <a:cubicBezTo>
                    <a:pt x="5587" y="4057"/>
                    <a:pt x="4959" y="4318"/>
                    <a:pt x="4452" y="4577"/>
                  </a:cubicBezTo>
                  <a:lnTo>
                    <a:pt x="4184" y="4704"/>
                  </a:lnTo>
                  <a:cubicBezTo>
                    <a:pt x="3651" y="4985"/>
                    <a:pt x="3089" y="5279"/>
                    <a:pt x="2486" y="5307"/>
                  </a:cubicBezTo>
                  <a:cubicBezTo>
                    <a:pt x="2450" y="5309"/>
                    <a:pt x="2414" y="5310"/>
                    <a:pt x="2377" y="5310"/>
                  </a:cubicBezTo>
                  <a:cubicBezTo>
                    <a:pt x="1617" y="5310"/>
                    <a:pt x="895" y="4890"/>
                    <a:pt x="225" y="4395"/>
                  </a:cubicBezTo>
                  <a:lnTo>
                    <a:pt x="225" y="4395"/>
                  </a:lnTo>
                  <a:cubicBezTo>
                    <a:pt x="253" y="4661"/>
                    <a:pt x="338" y="4929"/>
                    <a:pt x="478" y="5167"/>
                  </a:cubicBezTo>
                  <a:cubicBezTo>
                    <a:pt x="1068" y="5532"/>
                    <a:pt x="1700" y="5799"/>
                    <a:pt x="2387" y="5799"/>
                  </a:cubicBezTo>
                  <a:cubicBezTo>
                    <a:pt x="2430" y="5799"/>
                    <a:pt x="2472" y="5799"/>
                    <a:pt x="2528" y="5785"/>
                  </a:cubicBezTo>
                  <a:cubicBezTo>
                    <a:pt x="3230" y="5756"/>
                    <a:pt x="3848" y="5434"/>
                    <a:pt x="4452" y="5125"/>
                  </a:cubicBezTo>
                  <a:lnTo>
                    <a:pt x="4704" y="4998"/>
                  </a:lnTo>
                  <a:lnTo>
                    <a:pt x="4704" y="4998"/>
                  </a:lnTo>
                  <a:cubicBezTo>
                    <a:pt x="4634" y="5223"/>
                    <a:pt x="4549" y="5434"/>
                    <a:pt x="4465" y="5659"/>
                  </a:cubicBezTo>
                  <a:cubicBezTo>
                    <a:pt x="4381" y="5883"/>
                    <a:pt x="4283" y="6108"/>
                    <a:pt x="4213" y="6346"/>
                  </a:cubicBezTo>
                  <a:cubicBezTo>
                    <a:pt x="4213" y="6361"/>
                    <a:pt x="4213" y="6374"/>
                    <a:pt x="4199" y="6389"/>
                  </a:cubicBezTo>
                  <a:cubicBezTo>
                    <a:pt x="4133" y="6382"/>
                    <a:pt x="4067" y="6379"/>
                    <a:pt x="4000" y="6379"/>
                  </a:cubicBezTo>
                  <a:cubicBezTo>
                    <a:pt x="3626" y="6379"/>
                    <a:pt x="3245" y="6481"/>
                    <a:pt x="2936" y="6683"/>
                  </a:cubicBezTo>
                  <a:cubicBezTo>
                    <a:pt x="2893" y="6683"/>
                    <a:pt x="2865" y="6683"/>
                    <a:pt x="2823" y="6698"/>
                  </a:cubicBezTo>
                  <a:cubicBezTo>
                    <a:pt x="2735" y="6734"/>
                    <a:pt x="2642" y="6749"/>
                    <a:pt x="2550" y="6749"/>
                  </a:cubicBezTo>
                  <a:cubicBezTo>
                    <a:pt x="2289" y="6749"/>
                    <a:pt x="2034" y="6633"/>
                    <a:pt x="1910" y="6571"/>
                  </a:cubicBezTo>
                  <a:cubicBezTo>
                    <a:pt x="1770" y="6501"/>
                    <a:pt x="1629" y="6417"/>
                    <a:pt x="1489" y="6318"/>
                  </a:cubicBezTo>
                  <a:cubicBezTo>
                    <a:pt x="1307" y="6206"/>
                    <a:pt x="1110" y="6065"/>
                    <a:pt x="886" y="5968"/>
                  </a:cubicBezTo>
                  <a:cubicBezTo>
                    <a:pt x="858" y="5968"/>
                    <a:pt x="843" y="5953"/>
                    <a:pt x="815" y="5953"/>
                  </a:cubicBezTo>
                  <a:cubicBezTo>
                    <a:pt x="830" y="6009"/>
                    <a:pt x="843" y="6052"/>
                    <a:pt x="858" y="6108"/>
                  </a:cubicBezTo>
                  <a:lnTo>
                    <a:pt x="858" y="6515"/>
                  </a:lnTo>
                  <a:cubicBezTo>
                    <a:pt x="970" y="6571"/>
                    <a:pt x="1082" y="6641"/>
                    <a:pt x="1195" y="6726"/>
                  </a:cubicBezTo>
                  <a:cubicBezTo>
                    <a:pt x="1335" y="6810"/>
                    <a:pt x="1489" y="6908"/>
                    <a:pt x="1657" y="6992"/>
                  </a:cubicBezTo>
                  <a:cubicBezTo>
                    <a:pt x="1826" y="7076"/>
                    <a:pt x="2079" y="7188"/>
                    <a:pt x="2374" y="7231"/>
                  </a:cubicBezTo>
                  <a:cubicBezTo>
                    <a:pt x="2121" y="7610"/>
                    <a:pt x="1994" y="7778"/>
                    <a:pt x="2107" y="8227"/>
                  </a:cubicBezTo>
                  <a:cubicBezTo>
                    <a:pt x="2065" y="8186"/>
                    <a:pt x="1503" y="7737"/>
                    <a:pt x="1124" y="7540"/>
                  </a:cubicBezTo>
                  <a:cubicBezTo>
                    <a:pt x="1110" y="7525"/>
                    <a:pt x="1096" y="7525"/>
                    <a:pt x="1082" y="7512"/>
                  </a:cubicBezTo>
                  <a:lnTo>
                    <a:pt x="1082" y="7512"/>
                  </a:lnTo>
                  <a:cubicBezTo>
                    <a:pt x="1223" y="7849"/>
                    <a:pt x="1419" y="8143"/>
                    <a:pt x="1685" y="8410"/>
                  </a:cubicBezTo>
                  <a:cubicBezTo>
                    <a:pt x="1756" y="8467"/>
                    <a:pt x="1840" y="8536"/>
                    <a:pt x="1925" y="8592"/>
                  </a:cubicBezTo>
                  <a:cubicBezTo>
                    <a:pt x="2050" y="8705"/>
                    <a:pt x="2163" y="8817"/>
                    <a:pt x="2303" y="8916"/>
                  </a:cubicBezTo>
                  <a:cubicBezTo>
                    <a:pt x="2458" y="9056"/>
                    <a:pt x="2627" y="9169"/>
                    <a:pt x="2795" y="9294"/>
                  </a:cubicBezTo>
                  <a:lnTo>
                    <a:pt x="3258" y="9590"/>
                  </a:lnTo>
                  <a:cubicBezTo>
                    <a:pt x="3834" y="9955"/>
                    <a:pt x="4409" y="10320"/>
                    <a:pt x="5070" y="10516"/>
                  </a:cubicBezTo>
                  <a:cubicBezTo>
                    <a:pt x="5400" y="10612"/>
                    <a:pt x="5745" y="10658"/>
                    <a:pt x="6091" y="10658"/>
                  </a:cubicBezTo>
                  <a:cubicBezTo>
                    <a:pt x="6507" y="10658"/>
                    <a:pt x="6924" y="10590"/>
                    <a:pt x="7316" y="10460"/>
                  </a:cubicBezTo>
                  <a:cubicBezTo>
                    <a:pt x="7582" y="10376"/>
                    <a:pt x="7835" y="10264"/>
                    <a:pt x="8074" y="10123"/>
                  </a:cubicBezTo>
                  <a:cubicBezTo>
                    <a:pt x="8116" y="10137"/>
                    <a:pt x="8144" y="10165"/>
                    <a:pt x="8186" y="10179"/>
                  </a:cubicBezTo>
                  <a:cubicBezTo>
                    <a:pt x="8383" y="10277"/>
                    <a:pt x="8565" y="10333"/>
                    <a:pt x="8776" y="10389"/>
                  </a:cubicBezTo>
                  <a:cubicBezTo>
                    <a:pt x="9014" y="10277"/>
                    <a:pt x="9267" y="10179"/>
                    <a:pt x="9519" y="10109"/>
                  </a:cubicBezTo>
                  <a:cubicBezTo>
                    <a:pt x="9787" y="10039"/>
                    <a:pt x="10053" y="9996"/>
                    <a:pt x="10334" y="9968"/>
                  </a:cubicBezTo>
                  <a:cubicBezTo>
                    <a:pt x="9815" y="9786"/>
                    <a:pt x="9366" y="9421"/>
                    <a:pt x="9126" y="8957"/>
                  </a:cubicBezTo>
                  <a:cubicBezTo>
                    <a:pt x="9077" y="8868"/>
                    <a:pt x="8985" y="8821"/>
                    <a:pt x="8890" y="8821"/>
                  </a:cubicBezTo>
                  <a:cubicBezTo>
                    <a:pt x="8852" y="8821"/>
                    <a:pt x="8813" y="8829"/>
                    <a:pt x="8776" y="8845"/>
                  </a:cubicBezTo>
                  <a:cubicBezTo>
                    <a:pt x="8636" y="8901"/>
                    <a:pt x="8593" y="9042"/>
                    <a:pt x="8649" y="9169"/>
                  </a:cubicBezTo>
                  <a:cubicBezTo>
                    <a:pt x="8818" y="9477"/>
                    <a:pt x="9057" y="9744"/>
                    <a:pt x="9338" y="9968"/>
                  </a:cubicBezTo>
                  <a:cubicBezTo>
                    <a:pt x="9218" y="9990"/>
                    <a:pt x="9091" y="10020"/>
                    <a:pt x="8969" y="10020"/>
                  </a:cubicBezTo>
                  <a:cubicBezTo>
                    <a:pt x="8932" y="10020"/>
                    <a:pt x="8896" y="10017"/>
                    <a:pt x="8860" y="10011"/>
                  </a:cubicBezTo>
                  <a:cubicBezTo>
                    <a:pt x="8720" y="9996"/>
                    <a:pt x="8607" y="9940"/>
                    <a:pt x="8481" y="9912"/>
                  </a:cubicBezTo>
                  <a:cubicBezTo>
                    <a:pt x="8446" y="9905"/>
                    <a:pt x="8411" y="9902"/>
                    <a:pt x="8376" y="9902"/>
                  </a:cubicBezTo>
                  <a:cubicBezTo>
                    <a:pt x="8340" y="9902"/>
                    <a:pt x="8305" y="9905"/>
                    <a:pt x="8271" y="9912"/>
                  </a:cubicBezTo>
                  <a:cubicBezTo>
                    <a:pt x="8383" y="9463"/>
                    <a:pt x="8327" y="8972"/>
                    <a:pt x="8087" y="8579"/>
                  </a:cubicBezTo>
                  <a:cubicBezTo>
                    <a:pt x="8158" y="8523"/>
                    <a:pt x="8242" y="8480"/>
                    <a:pt x="8312" y="8439"/>
                  </a:cubicBezTo>
                  <a:cubicBezTo>
                    <a:pt x="8523" y="8284"/>
                    <a:pt x="8677" y="8130"/>
                    <a:pt x="8789" y="7961"/>
                  </a:cubicBezTo>
                  <a:cubicBezTo>
                    <a:pt x="8902" y="7821"/>
                    <a:pt x="8973" y="7652"/>
                    <a:pt x="9042" y="7497"/>
                  </a:cubicBezTo>
                  <a:cubicBezTo>
                    <a:pt x="9070" y="7428"/>
                    <a:pt x="9098" y="7357"/>
                    <a:pt x="9126" y="7301"/>
                  </a:cubicBezTo>
                  <a:lnTo>
                    <a:pt x="9126" y="7301"/>
                  </a:lnTo>
                  <a:cubicBezTo>
                    <a:pt x="9085" y="7694"/>
                    <a:pt x="9225" y="8115"/>
                    <a:pt x="9506" y="8480"/>
                  </a:cubicBezTo>
                  <a:cubicBezTo>
                    <a:pt x="9871" y="8944"/>
                    <a:pt x="10376" y="9238"/>
                    <a:pt x="10910" y="9547"/>
                  </a:cubicBezTo>
                  <a:cubicBezTo>
                    <a:pt x="11107" y="9659"/>
                    <a:pt x="11317" y="9772"/>
                    <a:pt x="11541" y="9871"/>
                  </a:cubicBezTo>
                  <a:lnTo>
                    <a:pt x="14293" y="9646"/>
                  </a:lnTo>
                  <a:cubicBezTo>
                    <a:pt x="14448" y="9631"/>
                    <a:pt x="14588" y="9590"/>
                    <a:pt x="14701" y="9519"/>
                  </a:cubicBezTo>
                  <a:lnTo>
                    <a:pt x="14714" y="9519"/>
                  </a:lnTo>
                  <a:cubicBezTo>
                    <a:pt x="14925" y="9506"/>
                    <a:pt x="15122" y="9449"/>
                    <a:pt x="15304" y="9351"/>
                  </a:cubicBezTo>
                  <a:cubicBezTo>
                    <a:pt x="15332" y="9322"/>
                    <a:pt x="15346" y="9294"/>
                    <a:pt x="15375" y="9253"/>
                  </a:cubicBezTo>
                  <a:cubicBezTo>
                    <a:pt x="15472" y="9070"/>
                    <a:pt x="15500" y="8860"/>
                    <a:pt x="15459" y="8579"/>
                  </a:cubicBezTo>
                  <a:cubicBezTo>
                    <a:pt x="15318" y="7680"/>
                    <a:pt x="14616" y="6823"/>
                    <a:pt x="13591" y="6333"/>
                  </a:cubicBezTo>
                  <a:cubicBezTo>
                    <a:pt x="13606" y="6318"/>
                    <a:pt x="13606" y="6305"/>
                    <a:pt x="13619" y="6290"/>
                  </a:cubicBezTo>
                  <a:cubicBezTo>
                    <a:pt x="13703" y="6052"/>
                    <a:pt x="13718" y="5827"/>
                    <a:pt x="13718" y="5603"/>
                  </a:cubicBezTo>
                  <a:lnTo>
                    <a:pt x="13718" y="5560"/>
                  </a:lnTo>
                  <a:cubicBezTo>
                    <a:pt x="14645" y="5672"/>
                    <a:pt x="15500" y="6248"/>
                    <a:pt x="15880" y="7020"/>
                  </a:cubicBezTo>
                  <a:cubicBezTo>
                    <a:pt x="15922" y="7119"/>
                    <a:pt x="16020" y="7160"/>
                    <a:pt x="16118" y="7160"/>
                  </a:cubicBezTo>
                  <a:cubicBezTo>
                    <a:pt x="16090" y="7035"/>
                    <a:pt x="16048" y="6908"/>
                    <a:pt x="15992" y="6782"/>
                  </a:cubicBezTo>
                  <a:cubicBezTo>
                    <a:pt x="16062" y="6698"/>
                    <a:pt x="16133" y="6613"/>
                    <a:pt x="16189" y="6543"/>
                  </a:cubicBezTo>
                  <a:cubicBezTo>
                    <a:pt x="15964" y="6178"/>
                    <a:pt x="15655" y="5869"/>
                    <a:pt x="15290" y="5631"/>
                  </a:cubicBezTo>
                  <a:cubicBezTo>
                    <a:pt x="15290" y="5616"/>
                    <a:pt x="15304" y="5588"/>
                    <a:pt x="15304" y="5560"/>
                  </a:cubicBezTo>
                  <a:cubicBezTo>
                    <a:pt x="15403" y="4942"/>
                    <a:pt x="15360" y="4311"/>
                    <a:pt x="15206" y="3707"/>
                  </a:cubicBezTo>
                  <a:lnTo>
                    <a:pt x="15206" y="3707"/>
                  </a:lnTo>
                  <a:lnTo>
                    <a:pt x="15444" y="3721"/>
                  </a:lnTo>
                  <a:cubicBezTo>
                    <a:pt x="15641" y="3721"/>
                    <a:pt x="15852" y="3735"/>
                    <a:pt x="16006" y="3806"/>
                  </a:cubicBezTo>
                  <a:cubicBezTo>
                    <a:pt x="16146" y="3847"/>
                    <a:pt x="16245" y="3959"/>
                    <a:pt x="16258" y="4058"/>
                  </a:cubicBezTo>
                  <a:cubicBezTo>
                    <a:pt x="16273" y="4184"/>
                    <a:pt x="16385" y="4268"/>
                    <a:pt x="16526" y="4268"/>
                  </a:cubicBezTo>
                  <a:lnTo>
                    <a:pt x="16582" y="4268"/>
                  </a:lnTo>
                  <a:cubicBezTo>
                    <a:pt x="16511" y="4030"/>
                    <a:pt x="16385" y="3791"/>
                    <a:pt x="16413" y="3553"/>
                  </a:cubicBezTo>
                  <a:cubicBezTo>
                    <a:pt x="16413" y="3510"/>
                    <a:pt x="16413" y="3482"/>
                    <a:pt x="16427" y="3469"/>
                  </a:cubicBezTo>
                  <a:cubicBezTo>
                    <a:pt x="16357" y="3426"/>
                    <a:pt x="16301" y="3384"/>
                    <a:pt x="16217" y="3356"/>
                  </a:cubicBezTo>
                  <a:cubicBezTo>
                    <a:pt x="15964" y="3257"/>
                    <a:pt x="15697" y="3244"/>
                    <a:pt x="15472" y="3244"/>
                  </a:cubicBezTo>
                  <a:lnTo>
                    <a:pt x="15038" y="3216"/>
                  </a:lnTo>
                  <a:lnTo>
                    <a:pt x="14869" y="2836"/>
                  </a:lnTo>
                  <a:lnTo>
                    <a:pt x="14855" y="2836"/>
                  </a:lnTo>
                  <a:cubicBezTo>
                    <a:pt x="14855" y="2823"/>
                    <a:pt x="14869" y="2823"/>
                    <a:pt x="14869" y="2823"/>
                  </a:cubicBezTo>
                  <a:cubicBezTo>
                    <a:pt x="15051" y="2682"/>
                    <a:pt x="15248" y="2514"/>
                    <a:pt x="15431" y="2345"/>
                  </a:cubicBezTo>
                  <a:lnTo>
                    <a:pt x="15444" y="2345"/>
                  </a:lnTo>
                  <a:cubicBezTo>
                    <a:pt x="15470" y="2343"/>
                    <a:pt x="15496" y="2343"/>
                    <a:pt x="15523" y="2343"/>
                  </a:cubicBezTo>
                  <a:cubicBezTo>
                    <a:pt x="15696" y="2343"/>
                    <a:pt x="15876" y="2383"/>
                    <a:pt x="16034" y="2443"/>
                  </a:cubicBezTo>
                  <a:cubicBezTo>
                    <a:pt x="16062" y="2458"/>
                    <a:pt x="16105" y="2458"/>
                    <a:pt x="16133" y="2458"/>
                  </a:cubicBezTo>
                  <a:cubicBezTo>
                    <a:pt x="16230" y="2458"/>
                    <a:pt x="16329" y="2402"/>
                    <a:pt x="16371" y="2317"/>
                  </a:cubicBezTo>
                  <a:cubicBezTo>
                    <a:pt x="16427" y="2190"/>
                    <a:pt x="16371" y="2050"/>
                    <a:pt x="16230" y="1994"/>
                  </a:cubicBezTo>
                  <a:cubicBezTo>
                    <a:pt x="16105" y="1952"/>
                    <a:pt x="15964" y="1910"/>
                    <a:pt x="15837" y="1896"/>
                  </a:cubicBezTo>
                  <a:cubicBezTo>
                    <a:pt x="16020" y="1615"/>
                    <a:pt x="16146" y="1320"/>
                    <a:pt x="16146" y="983"/>
                  </a:cubicBezTo>
                  <a:cubicBezTo>
                    <a:pt x="16161" y="843"/>
                    <a:pt x="16034" y="730"/>
                    <a:pt x="15893" y="730"/>
                  </a:cubicBezTo>
                  <a:cubicBezTo>
                    <a:pt x="15740" y="730"/>
                    <a:pt x="15627" y="843"/>
                    <a:pt x="15627" y="970"/>
                  </a:cubicBezTo>
                  <a:cubicBezTo>
                    <a:pt x="15613" y="1545"/>
                    <a:pt x="15107" y="2022"/>
                    <a:pt x="14616" y="2387"/>
                  </a:cubicBezTo>
                  <a:cubicBezTo>
                    <a:pt x="14532" y="2261"/>
                    <a:pt x="14433" y="2134"/>
                    <a:pt x="14336" y="2008"/>
                  </a:cubicBezTo>
                  <a:cubicBezTo>
                    <a:pt x="14995" y="1488"/>
                    <a:pt x="15360" y="730"/>
                    <a:pt x="153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" name="Google Shape;307;p32"/>
            <p:cNvSpPr/>
            <p:nvPr/>
          </p:nvSpPr>
          <p:spPr>
            <a:xfrm>
              <a:off x="7375177" y="839503"/>
              <a:ext cx="209535" cy="172745"/>
            </a:xfrm>
            <a:custGeom>
              <a:rect b="b" l="l" r="r" t="t"/>
              <a:pathLst>
                <a:path extrusionOk="0" h="3207" w="3890">
                  <a:moveTo>
                    <a:pt x="1249" y="0"/>
                  </a:moveTo>
                  <a:cubicBezTo>
                    <a:pt x="1074" y="0"/>
                    <a:pt x="900" y="25"/>
                    <a:pt x="730" y="79"/>
                  </a:cubicBezTo>
                  <a:cubicBezTo>
                    <a:pt x="365" y="206"/>
                    <a:pt x="0" y="543"/>
                    <a:pt x="85" y="922"/>
                  </a:cubicBezTo>
                  <a:cubicBezTo>
                    <a:pt x="155" y="1217"/>
                    <a:pt x="422" y="1386"/>
                    <a:pt x="674" y="1526"/>
                  </a:cubicBezTo>
                  <a:cubicBezTo>
                    <a:pt x="1152" y="1807"/>
                    <a:pt x="1615" y="2073"/>
                    <a:pt x="2093" y="2354"/>
                  </a:cubicBezTo>
                  <a:cubicBezTo>
                    <a:pt x="2542" y="2607"/>
                    <a:pt x="2977" y="2859"/>
                    <a:pt x="3426" y="3112"/>
                  </a:cubicBezTo>
                  <a:cubicBezTo>
                    <a:pt x="3502" y="3160"/>
                    <a:pt x="3590" y="3207"/>
                    <a:pt x="3674" y="3207"/>
                  </a:cubicBezTo>
                  <a:cubicBezTo>
                    <a:pt x="3715" y="3207"/>
                    <a:pt x="3754" y="3196"/>
                    <a:pt x="3791" y="3168"/>
                  </a:cubicBezTo>
                  <a:cubicBezTo>
                    <a:pt x="3890" y="3098"/>
                    <a:pt x="3875" y="2943"/>
                    <a:pt x="3847" y="2818"/>
                  </a:cubicBezTo>
                  <a:cubicBezTo>
                    <a:pt x="3693" y="2045"/>
                    <a:pt x="3398" y="1287"/>
                    <a:pt x="2864" y="725"/>
                  </a:cubicBezTo>
                  <a:cubicBezTo>
                    <a:pt x="2442" y="291"/>
                    <a:pt x="1843" y="0"/>
                    <a:pt x="124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" name="Google Shape;308;p32"/>
            <p:cNvSpPr/>
            <p:nvPr/>
          </p:nvSpPr>
          <p:spPr>
            <a:xfrm>
              <a:off x="7278382" y="1109797"/>
              <a:ext cx="145220" cy="103313"/>
            </a:xfrm>
            <a:custGeom>
              <a:rect b="b" l="l" r="r" t="t"/>
              <a:pathLst>
                <a:path extrusionOk="0" h="1918" w="2696">
                  <a:moveTo>
                    <a:pt x="1259" y="1"/>
                  </a:moveTo>
                  <a:cubicBezTo>
                    <a:pt x="833" y="1"/>
                    <a:pt x="406" y="173"/>
                    <a:pt x="99" y="481"/>
                  </a:cubicBezTo>
                  <a:cubicBezTo>
                    <a:pt x="43" y="537"/>
                    <a:pt x="0" y="608"/>
                    <a:pt x="0" y="677"/>
                  </a:cubicBezTo>
                  <a:cubicBezTo>
                    <a:pt x="15" y="761"/>
                    <a:pt x="85" y="818"/>
                    <a:pt x="169" y="846"/>
                  </a:cubicBezTo>
                  <a:cubicBezTo>
                    <a:pt x="197" y="851"/>
                    <a:pt x="225" y="852"/>
                    <a:pt x="253" y="852"/>
                  </a:cubicBezTo>
                  <a:cubicBezTo>
                    <a:pt x="309" y="852"/>
                    <a:pt x="365" y="846"/>
                    <a:pt x="421" y="846"/>
                  </a:cubicBezTo>
                  <a:cubicBezTo>
                    <a:pt x="459" y="843"/>
                    <a:pt x="496" y="841"/>
                    <a:pt x="533" y="841"/>
                  </a:cubicBezTo>
                  <a:cubicBezTo>
                    <a:pt x="1015" y="841"/>
                    <a:pt x="1483" y="1087"/>
                    <a:pt x="1769" y="1478"/>
                  </a:cubicBezTo>
                  <a:cubicBezTo>
                    <a:pt x="1914" y="1661"/>
                    <a:pt x="2070" y="1917"/>
                    <a:pt x="2294" y="1917"/>
                  </a:cubicBezTo>
                  <a:cubicBezTo>
                    <a:pt x="2311" y="1917"/>
                    <a:pt x="2328" y="1916"/>
                    <a:pt x="2345" y="1913"/>
                  </a:cubicBezTo>
                  <a:cubicBezTo>
                    <a:pt x="2555" y="1885"/>
                    <a:pt x="2654" y="1632"/>
                    <a:pt x="2668" y="1422"/>
                  </a:cubicBezTo>
                  <a:cubicBezTo>
                    <a:pt x="2696" y="846"/>
                    <a:pt x="2275" y="271"/>
                    <a:pt x="1728" y="74"/>
                  </a:cubicBezTo>
                  <a:cubicBezTo>
                    <a:pt x="1576" y="25"/>
                    <a:pt x="1418" y="1"/>
                    <a:pt x="125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" name="Google Shape;309;p32"/>
            <p:cNvSpPr/>
            <p:nvPr/>
          </p:nvSpPr>
          <p:spPr>
            <a:xfrm>
              <a:off x="7334348" y="921701"/>
              <a:ext cx="169459" cy="106653"/>
            </a:xfrm>
            <a:custGeom>
              <a:rect b="b" l="l" r="r" t="t"/>
              <a:pathLst>
                <a:path extrusionOk="0" h="1980" w="3146">
                  <a:moveTo>
                    <a:pt x="3075" y="0"/>
                  </a:moveTo>
                  <a:lnTo>
                    <a:pt x="2710" y="84"/>
                  </a:lnTo>
                  <a:cubicBezTo>
                    <a:pt x="2738" y="225"/>
                    <a:pt x="2654" y="393"/>
                    <a:pt x="2499" y="505"/>
                  </a:cubicBezTo>
                  <a:cubicBezTo>
                    <a:pt x="2317" y="618"/>
                    <a:pt x="2093" y="659"/>
                    <a:pt x="1910" y="674"/>
                  </a:cubicBezTo>
                  <a:cubicBezTo>
                    <a:pt x="1840" y="687"/>
                    <a:pt x="1784" y="687"/>
                    <a:pt x="1713" y="687"/>
                  </a:cubicBezTo>
                  <a:cubicBezTo>
                    <a:pt x="1531" y="702"/>
                    <a:pt x="1348" y="715"/>
                    <a:pt x="1166" y="772"/>
                  </a:cubicBezTo>
                  <a:cubicBezTo>
                    <a:pt x="618" y="912"/>
                    <a:pt x="183" y="1333"/>
                    <a:pt x="0" y="1853"/>
                  </a:cubicBezTo>
                  <a:lnTo>
                    <a:pt x="365" y="1979"/>
                  </a:lnTo>
                  <a:cubicBezTo>
                    <a:pt x="492" y="1572"/>
                    <a:pt x="843" y="1249"/>
                    <a:pt x="1264" y="1137"/>
                  </a:cubicBezTo>
                  <a:cubicBezTo>
                    <a:pt x="1419" y="1095"/>
                    <a:pt x="1573" y="1081"/>
                    <a:pt x="1756" y="1067"/>
                  </a:cubicBezTo>
                  <a:cubicBezTo>
                    <a:pt x="1812" y="1067"/>
                    <a:pt x="1882" y="1067"/>
                    <a:pt x="1938" y="1052"/>
                  </a:cubicBezTo>
                  <a:cubicBezTo>
                    <a:pt x="2177" y="1024"/>
                    <a:pt x="2471" y="983"/>
                    <a:pt x="2710" y="814"/>
                  </a:cubicBezTo>
                  <a:cubicBezTo>
                    <a:pt x="2991" y="618"/>
                    <a:pt x="3145" y="294"/>
                    <a:pt x="307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" name="Google Shape;310;p32"/>
            <p:cNvSpPr/>
            <p:nvPr/>
          </p:nvSpPr>
          <p:spPr>
            <a:xfrm>
              <a:off x="7368390" y="1034333"/>
              <a:ext cx="60544" cy="156639"/>
            </a:xfrm>
            <a:custGeom>
              <a:rect b="b" l="l" r="r" t="t"/>
              <a:pathLst>
                <a:path extrusionOk="0" h="2908" w="1124">
                  <a:moveTo>
                    <a:pt x="182" y="0"/>
                  </a:moveTo>
                  <a:lnTo>
                    <a:pt x="182" y="0"/>
                  </a:lnTo>
                  <a:cubicBezTo>
                    <a:pt x="1" y="268"/>
                    <a:pt x="14" y="646"/>
                    <a:pt x="225" y="1026"/>
                  </a:cubicBezTo>
                  <a:cubicBezTo>
                    <a:pt x="267" y="1110"/>
                    <a:pt x="323" y="1194"/>
                    <a:pt x="379" y="1279"/>
                  </a:cubicBezTo>
                  <a:cubicBezTo>
                    <a:pt x="478" y="1419"/>
                    <a:pt x="576" y="1573"/>
                    <a:pt x="618" y="1728"/>
                  </a:cubicBezTo>
                  <a:cubicBezTo>
                    <a:pt x="703" y="2037"/>
                    <a:pt x="562" y="2402"/>
                    <a:pt x="281" y="2570"/>
                  </a:cubicBezTo>
                  <a:lnTo>
                    <a:pt x="491" y="2907"/>
                  </a:lnTo>
                  <a:cubicBezTo>
                    <a:pt x="913" y="2640"/>
                    <a:pt x="1124" y="2093"/>
                    <a:pt x="983" y="1615"/>
                  </a:cubicBezTo>
                  <a:cubicBezTo>
                    <a:pt x="927" y="1404"/>
                    <a:pt x="800" y="1236"/>
                    <a:pt x="703" y="1067"/>
                  </a:cubicBezTo>
                  <a:cubicBezTo>
                    <a:pt x="646" y="983"/>
                    <a:pt x="590" y="913"/>
                    <a:pt x="548" y="829"/>
                  </a:cubicBezTo>
                  <a:cubicBezTo>
                    <a:pt x="450" y="646"/>
                    <a:pt x="379" y="393"/>
                    <a:pt x="491" y="225"/>
                  </a:cubicBezTo>
                  <a:lnTo>
                    <a:pt x="18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" name="Google Shape;311;p32"/>
            <p:cNvSpPr/>
            <p:nvPr/>
          </p:nvSpPr>
          <p:spPr>
            <a:xfrm>
              <a:off x="7099873" y="964739"/>
              <a:ext cx="472773" cy="364558"/>
            </a:xfrm>
            <a:custGeom>
              <a:rect b="b" l="l" r="r" t="t"/>
              <a:pathLst>
                <a:path extrusionOk="0" h="6768" w="8777">
                  <a:moveTo>
                    <a:pt x="1" y="1"/>
                  </a:moveTo>
                  <a:cubicBezTo>
                    <a:pt x="1" y="380"/>
                    <a:pt x="16" y="830"/>
                    <a:pt x="16" y="1320"/>
                  </a:cubicBezTo>
                  <a:lnTo>
                    <a:pt x="72" y="1685"/>
                  </a:lnTo>
                  <a:lnTo>
                    <a:pt x="184" y="2528"/>
                  </a:lnTo>
                  <a:lnTo>
                    <a:pt x="5785" y="2416"/>
                  </a:lnTo>
                  <a:cubicBezTo>
                    <a:pt x="6361" y="2416"/>
                    <a:pt x="6824" y="2879"/>
                    <a:pt x="6824" y="3454"/>
                  </a:cubicBezTo>
                  <a:lnTo>
                    <a:pt x="6824" y="6768"/>
                  </a:lnTo>
                  <a:lnTo>
                    <a:pt x="8776" y="6768"/>
                  </a:lnTo>
                  <a:lnTo>
                    <a:pt x="8776" y="3342"/>
                  </a:lnTo>
                  <a:cubicBezTo>
                    <a:pt x="8776" y="1714"/>
                    <a:pt x="7457" y="380"/>
                    <a:pt x="5828" y="380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12" name="Google Shape;312;p32"/>
          <p:cNvGrpSpPr/>
          <p:nvPr/>
        </p:nvGrpSpPr>
        <p:grpSpPr>
          <a:xfrm>
            <a:off x="5003652" y="2797956"/>
            <a:ext cx="1666968" cy="1445166"/>
            <a:chOff x="5003652" y="2797956"/>
            <a:chExt cx="1666968" cy="1445166"/>
          </a:xfrm>
        </p:grpSpPr>
        <p:sp>
          <p:nvSpPr>
            <p:cNvPr id="313" name="Google Shape;313;p32"/>
            <p:cNvSpPr/>
            <p:nvPr/>
          </p:nvSpPr>
          <p:spPr>
            <a:xfrm>
              <a:off x="5003652" y="2797956"/>
              <a:ext cx="1431757" cy="1445166"/>
            </a:xfrm>
            <a:custGeom>
              <a:rect b="b" l="l" r="r" t="t"/>
              <a:pathLst>
                <a:path extrusionOk="0" h="27266" w="27013">
                  <a:moveTo>
                    <a:pt x="12537" y="1"/>
                  </a:moveTo>
                  <a:cubicBezTo>
                    <a:pt x="11793" y="1"/>
                    <a:pt x="11021" y="197"/>
                    <a:pt x="10221" y="562"/>
                  </a:cubicBezTo>
                  <a:cubicBezTo>
                    <a:pt x="7932" y="1657"/>
                    <a:pt x="6051" y="3904"/>
                    <a:pt x="6584" y="6389"/>
                  </a:cubicBezTo>
                  <a:lnTo>
                    <a:pt x="6528" y="6389"/>
                  </a:lnTo>
                  <a:cubicBezTo>
                    <a:pt x="4563" y="6389"/>
                    <a:pt x="2640" y="7372"/>
                    <a:pt x="1488" y="8958"/>
                  </a:cubicBezTo>
                  <a:cubicBezTo>
                    <a:pt x="323" y="10573"/>
                    <a:pt x="0" y="12748"/>
                    <a:pt x="646" y="14616"/>
                  </a:cubicBezTo>
                  <a:cubicBezTo>
                    <a:pt x="1053" y="15809"/>
                    <a:pt x="2681" y="17044"/>
                    <a:pt x="2681" y="17044"/>
                  </a:cubicBezTo>
                  <a:cubicBezTo>
                    <a:pt x="927" y="18308"/>
                    <a:pt x="1769" y="20414"/>
                    <a:pt x="2962" y="21411"/>
                  </a:cubicBezTo>
                  <a:cubicBezTo>
                    <a:pt x="2962" y="21411"/>
                    <a:pt x="2204" y="24345"/>
                    <a:pt x="4029" y="25707"/>
                  </a:cubicBezTo>
                  <a:cubicBezTo>
                    <a:pt x="4619" y="26142"/>
                    <a:pt x="5363" y="26297"/>
                    <a:pt x="6079" y="26297"/>
                  </a:cubicBezTo>
                  <a:cubicBezTo>
                    <a:pt x="7610" y="26297"/>
                    <a:pt x="9098" y="25637"/>
                    <a:pt x="9098" y="25637"/>
                  </a:cubicBezTo>
                  <a:cubicBezTo>
                    <a:pt x="10726" y="26662"/>
                    <a:pt x="12340" y="27265"/>
                    <a:pt x="13927" y="27265"/>
                  </a:cubicBezTo>
                  <a:cubicBezTo>
                    <a:pt x="15541" y="27265"/>
                    <a:pt x="17128" y="26662"/>
                    <a:pt x="18714" y="25258"/>
                  </a:cubicBezTo>
                  <a:cubicBezTo>
                    <a:pt x="19038" y="25384"/>
                    <a:pt x="19501" y="25483"/>
                    <a:pt x="20021" y="25483"/>
                  </a:cubicBezTo>
                  <a:cubicBezTo>
                    <a:pt x="22042" y="25483"/>
                    <a:pt x="24906" y="24177"/>
                    <a:pt x="24485" y="19375"/>
                  </a:cubicBezTo>
                  <a:cubicBezTo>
                    <a:pt x="26002" y="18729"/>
                    <a:pt x="27012" y="17087"/>
                    <a:pt x="26914" y="15444"/>
                  </a:cubicBezTo>
                  <a:cubicBezTo>
                    <a:pt x="26816" y="13802"/>
                    <a:pt x="25608" y="12286"/>
                    <a:pt x="24036" y="11836"/>
                  </a:cubicBezTo>
                  <a:cubicBezTo>
                    <a:pt x="25524" y="9800"/>
                    <a:pt x="25693" y="6894"/>
                    <a:pt x="24457" y="4704"/>
                  </a:cubicBezTo>
                  <a:cubicBezTo>
                    <a:pt x="23362" y="2739"/>
                    <a:pt x="19684" y="1938"/>
                    <a:pt x="17114" y="1938"/>
                  </a:cubicBezTo>
                  <a:cubicBezTo>
                    <a:pt x="16820" y="1938"/>
                    <a:pt x="16524" y="1953"/>
                    <a:pt x="16258" y="1981"/>
                  </a:cubicBezTo>
                  <a:cubicBezTo>
                    <a:pt x="15233" y="674"/>
                    <a:pt x="13941" y="1"/>
                    <a:pt x="1253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" name="Google Shape;314;p32"/>
            <p:cNvSpPr/>
            <p:nvPr/>
          </p:nvSpPr>
          <p:spPr>
            <a:xfrm>
              <a:off x="6435395" y="3243975"/>
              <a:ext cx="235225" cy="235225"/>
            </a:xfrm>
            <a:custGeom>
              <a:rect b="b" l="l" r="r" t="t"/>
              <a:pathLst>
                <a:path extrusionOk="0" h="4438" w="4438">
                  <a:moveTo>
                    <a:pt x="2219" y="1"/>
                  </a:moveTo>
                  <a:cubicBezTo>
                    <a:pt x="998" y="1"/>
                    <a:pt x="1" y="998"/>
                    <a:pt x="1" y="2219"/>
                  </a:cubicBezTo>
                  <a:cubicBezTo>
                    <a:pt x="1" y="3441"/>
                    <a:pt x="998" y="4437"/>
                    <a:pt x="2219" y="4437"/>
                  </a:cubicBezTo>
                  <a:cubicBezTo>
                    <a:pt x="3441" y="4437"/>
                    <a:pt x="4437" y="3441"/>
                    <a:pt x="4437" y="2219"/>
                  </a:cubicBezTo>
                  <a:cubicBezTo>
                    <a:pt x="4437" y="998"/>
                    <a:pt x="3441" y="1"/>
                    <a:pt x="221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15" name="Google Shape;315;p32"/>
          <p:cNvGrpSpPr/>
          <p:nvPr/>
        </p:nvGrpSpPr>
        <p:grpSpPr>
          <a:xfrm>
            <a:off x="3982284" y="3819556"/>
            <a:ext cx="1558836" cy="1218449"/>
            <a:chOff x="3601284" y="3819556"/>
            <a:chExt cx="1558836" cy="1218449"/>
          </a:xfrm>
        </p:grpSpPr>
        <p:sp>
          <p:nvSpPr>
            <p:cNvPr id="316" name="Google Shape;316;p32"/>
            <p:cNvSpPr/>
            <p:nvPr/>
          </p:nvSpPr>
          <p:spPr>
            <a:xfrm flipH="1">
              <a:off x="3601284" y="3819556"/>
              <a:ext cx="1207143" cy="1218449"/>
            </a:xfrm>
            <a:custGeom>
              <a:rect b="b" l="l" r="r" t="t"/>
              <a:pathLst>
                <a:path extrusionOk="0" h="27266" w="27013">
                  <a:moveTo>
                    <a:pt x="12537" y="1"/>
                  </a:moveTo>
                  <a:cubicBezTo>
                    <a:pt x="11793" y="1"/>
                    <a:pt x="11021" y="197"/>
                    <a:pt x="10221" y="562"/>
                  </a:cubicBezTo>
                  <a:cubicBezTo>
                    <a:pt x="7932" y="1657"/>
                    <a:pt x="6051" y="3904"/>
                    <a:pt x="6584" y="6389"/>
                  </a:cubicBezTo>
                  <a:lnTo>
                    <a:pt x="6528" y="6389"/>
                  </a:lnTo>
                  <a:cubicBezTo>
                    <a:pt x="4563" y="6389"/>
                    <a:pt x="2640" y="7372"/>
                    <a:pt x="1488" y="8958"/>
                  </a:cubicBezTo>
                  <a:cubicBezTo>
                    <a:pt x="323" y="10573"/>
                    <a:pt x="0" y="12748"/>
                    <a:pt x="646" y="14616"/>
                  </a:cubicBezTo>
                  <a:cubicBezTo>
                    <a:pt x="1053" y="15809"/>
                    <a:pt x="2681" y="17044"/>
                    <a:pt x="2681" y="17044"/>
                  </a:cubicBezTo>
                  <a:cubicBezTo>
                    <a:pt x="927" y="18308"/>
                    <a:pt x="1769" y="20414"/>
                    <a:pt x="2962" y="21411"/>
                  </a:cubicBezTo>
                  <a:cubicBezTo>
                    <a:pt x="2962" y="21411"/>
                    <a:pt x="2204" y="24345"/>
                    <a:pt x="4029" y="25707"/>
                  </a:cubicBezTo>
                  <a:cubicBezTo>
                    <a:pt x="4619" y="26142"/>
                    <a:pt x="5363" y="26297"/>
                    <a:pt x="6079" y="26297"/>
                  </a:cubicBezTo>
                  <a:cubicBezTo>
                    <a:pt x="7610" y="26297"/>
                    <a:pt x="9098" y="25637"/>
                    <a:pt x="9098" y="25637"/>
                  </a:cubicBezTo>
                  <a:cubicBezTo>
                    <a:pt x="10726" y="26662"/>
                    <a:pt x="12340" y="27265"/>
                    <a:pt x="13927" y="27265"/>
                  </a:cubicBezTo>
                  <a:cubicBezTo>
                    <a:pt x="15541" y="27265"/>
                    <a:pt x="17128" y="26662"/>
                    <a:pt x="18714" y="25258"/>
                  </a:cubicBezTo>
                  <a:cubicBezTo>
                    <a:pt x="19038" y="25384"/>
                    <a:pt x="19501" y="25483"/>
                    <a:pt x="20021" y="25483"/>
                  </a:cubicBezTo>
                  <a:cubicBezTo>
                    <a:pt x="22042" y="25483"/>
                    <a:pt x="24906" y="24177"/>
                    <a:pt x="24485" y="19375"/>
                  </a:cubicBezTo>
                  <a:cubicBezTo>
                    <a:pt x="26002" y="18729"/>
                    <a:pt x="27012" y="17087"/>
                    <a:pt x="26914" y="15444"/>
                  </a:cubicBezTo>
                  <a:cubicBezTo>
                    <a:pt x="26816" y="13802"/>
                    <a:pt x="25608" y="12286"/>
                    <a:pt x="24036" y="11836"/>
                  </a:cubicBezTo>
                  <a:cubicBezTo>
                    <a:pt x="25524" y="9800"/>
                    <a:pt x="25693" y="6894"/>
                    <a:pt x="24457" y="4704"/>
                  </a:cubicBezTo>
                  <a:cubicBezTo>
                    <a:pt x="23362" y="2739"/>
                    <a:pt x="19684" y="1938"/>
                    <a:pt x="17114" y="1938"/>
                  </a:cubicBezTo>
                  <a:cubicBezTo>
                    <a:pt x="16820" y="1938"/>
                    <a:pt x="16524" y="1953"/>
                    <a:pt x="16258" y="1981"/>
                  </a:cubicBezTo>
                  <a:cubicBezTo>
                    <a:pt x="15233" y="674"/>
                    <a:pt x="13941" y="1"/>
                    <a:pt x="1253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" name="Google Shape;317;p32"/>
            <p:cNvSpPr/>
            <p:nvPr/>
          </p:nvSpPr>
          <p:spPr>
            <a:xfrm>
              <a:off x="4924895" y="4311550"/>
              <a:ext cx="235225" cy="235225"/>
            </a:xfrm>
            <a:custGeom>
              <a:rect b="b" l="l" r="r" t="t"/>
              <a:pathLst>
                <a:path extrusionOk="0" h="4438" w="4438">
                  <a:moveTo>
                    <a:pt x="2219" y="1"/>
                  </a:moveTo>
                  <a:cubicBezTo>
                    <a:pt x="998" y="1"/>
                    <a:pt x="1" y="998"/>
                    <a:pt x="1" y="2219"/>
                  </a:cubicBezTo>
                  <a:cubicBezTo>
                    <a:pt x="1" y="3441"/>
                    <a:pt x="998" y="4437"/>
                    <a:pt x="2219" y="4437"/>
                  </a:cubicBezTo>
                  <a:cubicBezTo>
                    <a:pt x="3441" y="4437"/>
                    <a:pt x="4437" y="3441"/>
                    <a:pt x="4437" y="2219"/>
                  </a:cubicBezTo>
                  <a:cubicBezTo>
                    <a:pt x="4437" y="998"/>
                    <a:pt x="3441" y="1"/>
                    <a:pt x="221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18" name="Google Shape;318;p32"/>
          <p:cNvGrpSpPr/>
          <p:nvPr/>
        </p:nvGrpSpPr>
        <p:grpSpPr>
          <a:xfrm>
            <a:off x="4331281" y="4243137"/>
            <a:ext cx="527019" cy="535793"/>
            <a:chOff x="6432600" y="3529725"/>
            <a:chExt cx="415925" cy="422850"/>
          </a:xfrm>
        </p:grpSpPr>
        <p:sp>
          <p:nvSpPr>
            <p:cNvPr id="319" name="Google Shape;319;p32"/>
            <p:cNvSpPr/>
            <p:nvPr/>
          </p:nvSpPr>
          <p:spPr>
            <a:xfrm>
              <a:off x="6432600" y="3529725"/>
              <a:ext cx="415925" cy="417700"/>
            </a:xfrm>
            <a:custGeom>
              <a:rect b="b" l="l" r="r" t="t"/>
              <a:pathLst>
                <a:path extrusionOk="0" h="16708" w="16637">
                  <a:moveTo>
                    <a:pt x="8480" y="5083"/>
                  </a:moveTo>
                  <a:cubicBezTo>
                    <a:pt x="10768" y="5083"/>
                    <a:pt x="11681" y="6543"/>
                    <a:pt x="11681" y="8354"/>
                  </a:cubicBezTo>
                  <a:cubicBezTo>
                    <a:pt x="11681" y="10165"/>
                    <a:pt x="10768" y="11639"/>
                    <a:pt x="8480" y="11639"/>
                  </a:cubicBezTo>
                  <a:cubicBezTo>
                    <a:pt x="6178" y="11639"/>
                    <a:pt x="5139" y="9969"/>
                    <a:pt x="5279" y="8354"/>
                  </a:cubicBezTo>
                  <a:cubicBezTo>
                    <a:pt x="5405" y="6753"/>
                    <a:pt x="6178" y="5083"/>
                    <a:pt x="8480" y="5083"/>
                  </a:cubicBezTo>
                  <a:close/>
                  <a:moveTo>
                    <a:pt x="8480" y="1"/>
                  </a:moveTo>
                  <a:cubicBezTo>
                    <a:pt x="2653" y="1"/>
                    <a:pt x="674" y="4269"/>
                    <a:pt x="337" y="8354"/>
                  </a:cubicBezTo>
                  <a:cubicBezTo>
                    <a:pt x="0" y="12440"/>
                    <a:pt x="2653" y="16708"/>
                    <a:pt x="8480" y="16708"/>
                  </a:cubicBezTo>
                  <a:cubicBezTo>
                    <a:pt x="14321" y="16708"/>
                    <a:pt x="16637" y="12973"/>
                    <a:pt x="16637" y="8354"/>
                  </a:cubicBezTo>
                  <a:cubicBezTo>
                    <a:pt x="16637" y="3749"/>
                    <a:pt x="14321" y="1"/>
                    <a:pt x="848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" name="Google Shape;320;p32"/>
            <p:cNvSpPr/>
            <p:nvPr/>
          </p:nvSpPr>
          <p:spPr>
            <a:xfrm>
              <a:off x="6447675" y="3530425"/>
              <a:ext cx="394900" cy="422150"/>
            </a:xfrm>
            <a:custGeom>
              <a:rect b="b" l="l" r="r" t="t"/>
              <a:pathLst>
                <a:path extrusionOk="0" h="16886" w="15796">
                  <a:moveTo>
                    <a:pt x="7877" y="5055"/>
                  </a:moveTo>
                  <a:cubicBezTo>
                    <a:pt x="10165" y="5055"/>
                    <a:pt x="11078" y="6515"/>
                    <a:pt x="11078" y="8326"/>
                  </a:cubicBezTo>
                  <a:cubicBezTo>
                    <a:pt x="11078" y="10137"/>
                    <a:pt x="10165" y="11611"/>
                    <a:pt x="7877" y="11611"/>
                  </a:cubicBezTo>
                  <a:cubicBezTo>
                    <a:pt x="5575" y="11611"/>
                    <a:pt x="4536" y="9941"/>
                    <a:pt x="4676" y="8326"/>
                  </a:cubicBezTo>
                  <a:cubicBezTo>
                    <a:pt x="4802" y="6725"/>
                    <a:pt x="5575" y="5055"/>
                    <a:pt x="7877" y="5055"/>
                  </a:cubicBezTo>
                  <a:close/>
                  <a:moveTo>
                    <a:pt x="8389" y="1"/>
                  </a:moveTo>
                  <a:cubicBezTo>
                    <a:pt x="8044" y="1"/>
                    <a:pt x="7702" y="44"/>
                    <a:pt x="7372" y="141"/>
                  </a:cubicBezTo>
                  <a:cubicBezTo>
                    <a:pt x="6529" y="379"/>
                    <a:pt x="5827" y="927"/>
                    <a:pt x="5041" y="1306"/>
                  </a:cubicBezTo>
                  <a:cubicBezTo>
                    <a:pt x="4212" y="1686"/>
                    <a:pt x="3272" y="1896"/>
                    <a:pt x="2612" y="2528"/>
                  </a:cubicBezTo>
                  <a:cubicBezTo>
                    <a:pt x="2009" y="3131"/>
                    <a:pt x="1769" y="4016"/>
                    <a:pt x="1629" y="4858"/>
                  </a:cubicBezTo>
                  <a:cubicBezTo>
                    <a:pt x="1503" y="5701"/>
                    <a:pt x="1419" y="6571"/>
                    <a:pt x="1054" y="7343"/>
                  </a:cubicBezTo>
                  <a:cubicBezTo>
                    <a:pt x="674" y="8101"/>
                    <a:pt x="0" y="8775"/>
                    <a:pt x="0" y="9632"/>
                  </a:cubicBezTo>
                  <a:cubicBezTo>
                    <a:pt x="0" y="10924"/>
                    <a:pt x="1503" y="11710"/>
                    <a:pt x="1896" y="12945"/>
                  </a:cubicBezTo>
                  <a:cubicBezTo>
                    <a:pt x="2134" y="13675"/>
                    <a:pt x="1980" y="14574"/>
                    <a:pt x="2542" y="15107"/>
                  </a:cubicBezTo>
                  <a:cubicBezTo>
                    <a:pt x="3117" y="15654"/>
                    <a:pt x="4044" y="15430"/>
                    <a:pt x="4816" y="15641"/>
                  </a:cubicBezTo>
                  <a:cubicBezTo>
                    <a:pt x="5771" y="15922"/>
                    <a:pt x="6430" y="16637"/>
                    <a:pt x="7413" y="16820"/>
                  </a:cubicBezTo>
                  <a:cubicBezTo>
                    <a:pt x="7632" y="16862"/>
                    <a:pt x="7852" y="16885"/>
                    <a:pt x="8070" y="16885"/>
                  </a:cubicBezTo>
                  <a:cubicBezTo>
                    <a:pt x="8577" y="16885"/>
                    <a:pt x="9069" y="16759"/>
                    <a:pt x="9491" y="16455"/>
                  </a:cubicBezTo>
                  <a:cubicBezTo>
                    <a:pt x="10095" y="16019"/>
                    <a:pt x="10642" y="15500"/>
                    <a:pt x="11331" y="15192"/>
                  </a:cubicBezTo>
                  <a:cubicBezTo>
                    <a:pt x="11878" y="14939"/>
                    <a:pt x="12482" y="14840"/>
                    <a:pt x="13057" y="14643"/>
                  </a:cubicBezTo>
                  <a:cubicBezTo>
                    <a:pt x="13619" y="14447"/>
                    <a:pt x="14195" y="14110"/>
                    <a:pt x="14420" y="13548"/>
                  </a:cubicBezTo>
                  <a:cubicBezTo>
                    <a:pt x="14714" y="12833"/>
                    <a:pt x="14363" y="12032"/>
                    <a:pt x="14391" y="11260"/>
                  </a:cubicBezTo>
                  <a:cubicBezTo>
                    <a:pt x="14420" y="10418"/>
                    <a:pt x="14882" y="9660"/>
                    <a:pt x="15234" y="8902"/>
                  </a:cubicBezTo>
                  <a:cubicBezTo>
                    <a:pt x="15571" y="8129"/>
                    <a:pt x="15795" y="7189"/>
                    <a:pt x="15346" y="6472"/>
                  </a:cubicBezTo>
                  <a:cubicBezTo>
                    <a:pt x="15051" y="5982"/>
                    <a:pt x="14504" y="5686"/>
                    <a:pt x="14236" y="5181"/>
                  </a:cubicBezTo>
                  <a:cubicBezTo>
                    <a:pt x="13956" y="4647"/>
                    <a:pt x="14055" y="4001"/>
                    <a:pt x="14012" y="3398"/>
                  </a:cubicBezTo>
                  <a:cubicBezTo>
                    <a:pt x="13970" y="2809"/>
                    <a:pt x="13478" y="1980"/>
                    <a:pt x="12889" y="1924"/>
                  </a:cubicBezTo>
                  <a:cubicBezTo>
                    <a:pt x="12061" y="1349"/>
                    <a:pt x="11232" y="772"/>
                    <a:pt x="10305" y="394"/>
                  </a:cubicBezTo>
                  <a:cubicBezTo>
                    <a:pt x="9700" y="155"/>
                    <a:pt x="9040" y="1"/>
                    <a:pt x="838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" name="Google Shape;321;p32"/>
            <p:cNvSpPr/>
            <p:nvPr/>
          </p:nvSpPr>
          <p:spPr>
            <a:xfrm>
              <a:off x="6514350" y="3635125"/>
              <a:ext cx="29525" cy="34650"/>
            </a:xfrm>
            <a:custGeom>
              <a:rect b="b" l="l" r="r" t="t"/>
              <a:pathLst>
                <a:path extrusionOk="0" h="1386" w="1181">
                  <a:moveTo>
                    <a:pt x="275" y="0"/>
                  </a:moveTo>
                  <a:cubicBezTo>
                    <a:pt x="229" y="0"/>
                    <a:pt x="182" y="13"/>
                    <a:pt x="141" y="38"/>
                  </a:cubicBezTo>
                  <a:cubicBezTo>
                    <a:pt x="29" y="122"/>
                    <a:pt x="1" y="263"/>
                    <a:pt x="85" y="375"/>
                  </a:cubicBezTo>
                  <a:lnTo>
                    <a:pt x="703" y="1288"/>
                  </a:lnTo>
                  <a:cubicBezTo>
                    <a:pt x="746" y="1344"/>
                    <a:pt x="830" y="1386"/>
                    <a:pt x="899" y="1386"/>
                  </a:cubicBezTo>
                  <a:cubicBezTo>
                    <a:pt x="956" y="1386"/>
                    <a:pt x="998" y="1372"/>
                    <a:pt x="1040" y="1344"/>
                  </a:cubicBezTo>
                  <a:cubicBezTo>
                    <a:pt x="1152" y="1274"/>
                    <a:pt x="1180" y="1120"/>
                    <a:pt x="1096" y="1007"/>
                  </a:cubicBezTo>
                  <a:lnTo>
                    <a:pt x="478" y="109"/>
                  </a:lnTo>
                  <a:cubicBezTo>
                    <a:pt x="434" y="38"/>
                    <a:pt x="355" y="0"/>
                    <a:pt x="27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" name="Google Shape;322;p32"/>
            <p:cNvSpPr/>
            <p:nvPr/>
          </p:nvSpPr>
          <p:spPr>
            <a:xfrm>
              <a:off x="6653025" y="3561700"/>
              <a:ext cx="21775" cy="37875"/>
            </a:xfrm>
            <a:custGeom>
              <a:rect b="b" l="l" r="r" t="t"/>
              <a:pathLst>
                <a:path extrusionOk="0" h="1515" w="871">
                  <a:moveTo>
                    <a:pt x="271" y="1"/>
                  </a:moveTo>
                  <a:cubicBezTo>
                    <a:pt x="247" y="1"/>
                    <a:pt x="222" y="5"/>
                    <a:pt x="197" y="13"/>
                  </a:cubicBezTo>
                  <a:cubicBezTo>
                    <a:pt x="70" y="55"/>
                    <a:pt x="0" y="182"/>
                    <a:pt x="42" y="308"/>
                  </a:cubicBezTo>
                  <a:lnTo>
                    <a:pt x="379" y="1361"/>
                  </a:lnTo>
                  <a:cubicBezTo>
                    <a:pt x="407" y="1459"/>
                    <a:pt x="505" y="1515"/>
                    <a:pt x="603" y="1515"/>
                  </a:cubicBezTo>
                  <a:lnTo>
                    <a:pt x="674" y="1515"/>
                  </a:lnTo>
                  <a:cubicBezTo>
                    <a:pt x="800" y="1473"/>
                    <a:pt x="871" y="1333"/>
                    <a:pt x="828" y="1206"/>
                  </a:cubicBezTo>
                  <a:lnTo>
                    <a:pt x="491" y="167"/>
                  </a:lnTo>
                  <a:cubicBezTo>
                    <a:pt x="458" y="66"/>
                    <a:pt x="369" y="1"/>
                    <a:pt x="2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" name="Google Shape;323;p32"/>
            <p:cNvSpPr/>
            <p:nvPr/>
          </p:nvSpPr>
          <p:spPr>
            <a:xfrm>
              <a:off x="6750225" y="3660300"/>
              <a:ext cx="13025" cy="39675"/>
            </a:xfrm>
            <a:custGeom>
              <a:rect b="b" l="l" r="r" t="t"/>
              <a:pathLst>
                <a:path extrusionOk="0" h="1587" w="521">
                  <a:moveTo>
                    <a:pt x="281" y="0"/>
                  </a:moveTo>
                  <a:cubicBezTo>
                    <a:pt x="155" y="0"/>
                    <a:pt x="43" y="98"/>
                    <a:pt x="29" y="239"/>
                  </a:cubicBezTo>
                  <a:lnTo>
                    <a:pt x="0" y="1334"/>
                  </a:lnTo>
                  <a:cubicBezTo>
                    <a:pt x="0" y="1461"/>
                    <a:pt x="99" y="1573"/>
                    <a:pt x="240" y="1586"/>
                  </a:cubicBezTo>
                  <a:cubicBezTo>
                    <a:pt x="365" y="1586"/>
                    <a:pt x="478" y="1474"/>
                    <a:pt x="478" y="1348"/>
                  </a:cubicBezTo>
                  <a:lnTo>
                    <a:pt x="520" y="253"/>
                  </a:lnTo>
                  <a:cubicBezTo>
                    <a:pt x="520" y="113"/>
                    <a:pt x="408" y="14"/>
                    <a:pt x="2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" name="Google Shape;324;p32"/>
            <p:cNvSpPr/>
            <p:nvPr/>
          </p:nvSpPr>
          <p:spPr>
            <a:xfrm>
              <a:off x="6713725" y="3606100"/>
              <a:ext cx="39700" cy="17350"/>
            </a:xfrm>
            <a:custGeom>
              <a:rect b="b" l="l" r="r" t="t"/>
              <a:pathLst>
                <a:path extrusionOk="0" h="694" w="1588">
                  <a:moveTo>
                    <a:pt x="1332" y="1"/>
                  </a:moveTo>
                  <a:cubicBezTo>
                    <a:pt x="1315" y="1"/>
                    <a:pt x="1297" y="3"/>
                    <a:pt x="1279" y="6"/>
                  </a:cubicBezTo>
                  <a:lnTo>
                    <a:pt x="211" y="216"/>
                  </a:lnTo>
                  <a:cubicBezTo>
                    <a:pt x="85" y="244"/>
                    <a:pt x="0" y="371"/>
                    <a:pt x="15" y="497"/>
                  </a:cubicBezTo>
                  <a:cubicBezTo>
                    <a:pt x="43" y="609"/>
                    <a:pt x="141" y="694"/>
                    <a:pt x="253" y="694"/>
                  </a:cubicBezTo>
                  <a:lnTo>
                    <a:pt x="309" y="694"/>
                  </a:lnTo>
                  <a:lnTo>
                    <a:pt x="1376" y="484"/>
                  </a:lnTo>
                  <a:cubicBezTo>
                    <a:pt x="1503" y="456"/>
                    <a:pt x="1587" y="329"/>
                    <a:pt x="1573" y="188"/>
                  </a:cubicBezTo>
                  <a:cubicBezTo>
                    <a:pt x="1548" y="79"/>
                    <a:pt x="1450" y="1"/>
                    <a:pt x="133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" name="Google Shape;325;p32"/>
            <p:cNvSpPr/>
            <p:nvPr/>
          </p:nvSpPr>
          <p:spPr>
            <a:xfrm>
              <a:off x="6589825" y="3603775"/>
              <a:ext cx="27425" cy="35825"/>
            </a:xfrm>
            <a:custGeom>
              <a:rect b="b" l="l" r="r" t="t"/>
              <a:pathLst>
                <a:path extrusionOk="0" h="1433" w="1097">
                  <a:moveTo>
                    <a:pt x="823" y="1"/>
                  </a:moveTo>
                  <a:cubicBezTo>
                    <a:pt x="739" y="1"/>
                    <a:pt x="657" y="42"/>
                    <a:pt x="619" y="127"/>
                  </a:cubicBezTo>
                  <a:lnTo>
                    <a:pt x="57" y="1067"/>
                  </a:lnTo>
                  <a:cubicBezTo>
                    <a:pt x="1" y="1180"/>
                    <a:pt x="29" y="1335"/>
                    <a:pt x="155" y="1404"/>
                  </a:cubicBezTo>
                  <a:cubicBezTo>
                    <a:pt x="183" y="1419"/>
                    <a:pt x="226" y="1433"/>
                    <a:pt x="267" y="1433"/>
                  </a:cubicBezTo>
                  <a:cubicBezTo>
                    <a:pt x="351" y="1433"/>
                    <a:pt x="436" y="1391"/>
                    <a:pt x="478" y="1307"/>
                  </a:cubicBezTo>
                  <a:lnTo>
                    <a:pt x="1025" y="366"/>
                  </a:lnTo>
                  <a:cubicBezTo>
                    <a:pt x="1096" y="253"/>
                    <a:pt x="1053" y="99"/>
                    <a:pt x="941" y="29"/>
                  </a:cubicBezTo>
                  <a:cubicBezTo>
                    <a:pt x="905" y="10"/>
                    <a:pt x="864" y="1"/>
                    <a:pt x="82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" name="Google Shape;326;p32"/>
            <p:cNvSpPr/>
            <p:nvPr/>
          </p:nvSpPr>
          <p:spPr>
            <a:xfrm>
              <a:off x="6737250" y="3801650"/>
              <a:ext cx="32650" cy="31700"/>
            </a:xfrm>
            <a:custGeom>
              <a:rect b="b" l="l" r="r" t="t"/>
              <a:pathLst>
                <a:path extrusionOk="0" h="1268" w="1306">
                  <a:moveTo>
                    <a:pt x="272" y="0"/>
                  </a:moveTo>
                  <a:cubicBezTo>
                    <a:pt x="211" y="0"/>
                    <a:pt x="148" y="25"/>
                    <a:pt x="98" y="75"/>
                  </a:cubicBezTo>
                  <a:cubicBezTo>
                    <a:pt x="1" y="159"/>
                    <a:pt x="1" y="313"/>
                    <a:pt x="98" y="411"/>
                  </a:cubicBezTo>
                  <a:lnTo>
                    <a:pt x="871" y="1183"/>
                  </a:lnTo>
                  <a:cubicBezTo>
                    <a:pt x="913" y="1239"/>
                    <a:pt x="983" y="1267"/>
                    <a:pt x="1039" y="1267"/>
                  </a:cubicBezTo>
                  <a:cubicBezTo>
                    <a:pt x="1096" y="1267"/>
                    <a:pt x="1165" y="1239"/>
                    <a:pt x="1208" y="1198"/>
                  </a:cubicBezTo>
                  <a:cubicBezTo>
                    <a:pt x="1306" y="1099"/>
                    <a:pt x="1306" y="945"/>
                    <a:pt x="1208" y="846"/>
                  </a:cubicBezTo>
                  <a:lnTo>
                    <a:pt x="435" y="75"/>
                  </a:lnTo>
                  <a:cubicBezTo>
                    <a:pt x="393" y="25"/>
                    <a:pt x="334" y="0"/>
                    <a:pt x="2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" name="Google Shape;327;p32"/>
            <p:cNvSpPr/>
            <p:nvPr/>
          </p:nvSpPr>
          <p:spPr>
            <a:xfrm>
              <a:off x="6763550" y="3732475"/>
              <a:ext cx="40050" cy="18025"/>
            </a:xfrm>
            <a:custGeom>
              <a:rect b="b" l="l" r="r" t="t"/>
              <a:pathLst>
                <a:path extrusionOk="0" h="721" w="1602">
                  <a:moveTo>
                    <a:pt x="1329" y="0"/>
                  </a:moveTo>
                  <a:cubicBezTo>
                    <a:pt x="1312" y="0"/>
                    <a:pt x="1296" y="2"/>
                    <a:pt x="1279" y="6"/>
                  </a:cubicBezTo>
                  <a:lnTo>
                    <a:pt x="212" y="244"/>
                  </a:lnTo>
                  <a:cubicBezTo>
                    <a:pt x="85" y="272"/>
                    <a:pt x="1" y="399"/>
                    <a:pt x="29" y="539"/>
                  </a:cubicBezTo>
                  <a:cubicBezTo>
                    <a:pt x="57" y="651"/>
                    <a:pt x="156" y="721"/>
                    <a:pt x="268" y="721"/>
                  </a:cubicBezTo>
                  <a:lnTo>
                    <a:pt x="324" y="721"/>
                  </a:lnTo>
                  <a:lnTo>
                    <a:pt x="1391" y="483"/>
                  </a:lnTo>
                  <a:cubicBezTo>
                    <a:pt x="1517" y="440"/>
                    <a:pt x="1601" y="314"/>
                    <a:pt x="1573" y="187"/>
                  </a:cubicBezTo>
                  <a:cubicBezTo>
                    <a:pt x="1549" y="78"/>
                    <a:pt x="1440" y="0"/>
                    <a:pt x="132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" name="Google Shape;328;p32"/>
            <p:cNvSpPr/>
            <p:nvPr/>
          </p:nvSpPr>
          <p:spPr>
            <a:xfrm>
              <a:off x="6674775" y="3838325"/>
              <a:ext cx="29500" cy="34325"/>
            </a:xfrm>
            <a:custGeom>
              <a:rect b="b" l="l" r="r" t="t"/>
              <a:pathLst>
                <a:path extrusionOk="0" h="1373" w="1180">
                  <a:moveTo>
                    <a:pt x="269" y="0"/>
                  </a:moveTo>
                  <a:cubicBezTo>
                    <a:pt x="223" y="0"/>
                    <a:pt x="178" y="13"/>
                    <a:pt x="141" y="40"/>
                  </a:cubicBezTo>
                  <a:cubicBezTo>
                    <a:pt x="29" y="124"/>
                    <a:pt x="1" y="264"/>
                    <a:pt x="70" y="377"/>
                  </a:cubicBezTo>
                  <a:lnTo>
                    <a:pt x="702" y="1275"/>
                  </a:lnTo>
                  <a:cubicBezTo>
                    <a:pt x="759" y="1345"/>
                    <a:pt x="828" y="1373"/>
                    <a:pt x="899" y="1373"/>
                  </a:cubicBezTo>
                  <a:cubicBezTo>
                    <a:pt x="955" y="1373"/>
                    <a:pt x="997" y="1359"/>
                    <a:pt x="1039" y="1331"/>
                  </a:cubicBezTo>
                  <a:cubicBezTo>
                    <a:pt x="1152" y="1260"/>
                    <a:pt x="1180" y="1107"/>
                    <a:pt x="1096" y="994"/>
                  </a:cubicBezTo>
                  <a:lnTo>
                    <a:pt x="463" y="96"/>
                  </a:lnTo>
                  <a:cubicBezTo>
                    <a:pt x="420" y="34"/>
                    <a:pt x="344" y="0"/>
                    <a:pt x="26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" name="Google Shape;329;p32"/>
            <p:cNvSpPr/>
            <p:nvPr/>
          </p:nvSpPr>
          <p:spPr>
            <a:xfrm>
              <a:off x="6614050" y="3868650"/>
              <a:ext cx="18975" cy="38775"/>
            </a:xfrm>
            <a:custGeom>
              <a:rect b="b" l="l" r="r" t="t"/>
              <a:pathLst>
                <a:path extrusionOk="0" h="1551" w="759">
                  <a:moveTo>
                    <a:pt x="499" y="0"/>
                  </a:moveTo>
                  <a:cubicBezTo>
                    <a:pt x="390" y="0"/>
                    <a:pt x="292" y="78"/>
                    <a:pt x="267" y="188"/>
                  </a:cubicBezTo>
                  <a:lnTo>
                    <a:pt x="28" y="1269"/>
                  </a:lnTo>
                  <a:cubicBezTo>
                    <a:pt x="0" y="1395"/>
                    <a:pt x="84" y="1522"/>
                    <a:pt x="211" y="1550"/>
                  </a:cubicBezTo>
                  <a:lnTo>
                    <a:pt x="267" y="1550"/>
                  </a:lnTo>
                  <a:cubicBezTo>
                    <a:pt x="380" y="1550"/>
                    <a:pt x="477" y="1479"/>
                    <a:pt x="506" y="1367"/>
                  </a:cubicBezTo>
                  <a:lnTo>
                    <a:pt x="730" y="300"/>
                  </a:lnTo>
                  <a:cubicBezTo>
                    <a:pt x="758" y="160"/>
                    <a:pt x="689" y="34"/>
                    <a:pt x="548" y="6"/>
                  </a:cubicBezTo>
                  <a:cubicBezTo>
                    <a:pt x="532" y="2"/>
                    <a:pt x="515" y="0"/>
                    <a:pt x="49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" name="Google Shape;330;p32"/>
            <p:cNvSpPr/>
            <p:nvPr/>
          </p:nvSpPr>
          <p:spPr>
            <a:xfrm>
              <a:off x="6561400" y="3838150"/>
              <a:ext cx="32300" cy="31700"/>
            </a:xfrm>
            <a:custGeom>
              <a:rect b="b" l="l" r="r" t="t"/>
              <a:pathLst>
                <a:path extrusionOk="0" h="1268" w="1292">
                  <a:moveTo>
                    <a:pt x="1032" y="1"/>
                  </a:moveTo>
                  <a:cubicBezTo>
                    <a:pt x="969" y="1"/>
                    <a:pt x="906" y="25"/>
                    <a:pt x="857" y="75"/>
                  </a:cubicBezTo>
                  <a:lnTo>
                    <a:pt x="84" y="861"/>
                  </a:lnTo>
                  <a:cubicBezTo>
                    <a:pt x="0" y="945"/>
                    <a:pt x="0" y="1099"/>
                    <a:pt x="84" y="1198"/>
                  </a:cubicBezTo>
                  <a:cubicBezTo>
                    <a:pt x="141" y="1239"/>
                    <a:pt x="197" y="1267"/>
                    <a:pt x="267" y="1267"/>
                  </a:cubicBezTo>
                  <a:cubicBezTo>
                    <a:pt x="324" y="1267"/>
                    <a:pt x="380" y="1239"/>
                    <a:pt x="436" y="1198"/>
                  </a:cubicBezTo>
                  <a:lnTo>
                    <a:pt x="1208" y="412"/>
                  </a:lnTo>
                  <a:cubicBezTo>
                    <a:pt x="1292" y="327"/>
                    <a:pt x="1292" y="172"/>
                    <a:pt x="1208" y="75"/>
                  </a:cubicBezTo>
                  <a:cubicBezTo>
                    <a:pt x="1159" y="25"/>
                    <a:pt x="1096" y="1"/>
                    <a:pt x="10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" name="Google Shape;331;p32"/>
            <p:cNvSpPr/>
            <p:nvPr/>
          </p:nvSpPr>
          <p:spPr>
            <a:xfrm>
              <a:off x="6522075" y="3779775"/>
              <a:ext cx="26000" cy="36725"/>
            </a:xfrm>
            <a:custGeom>
              <a:rect b="b" l="l" r="r" t="t"/>
              <a:pathLst>
                <a:path extrusionOk="0" h="1469" w="1040">
                  <a:moveTo>
                    <a:pt x="278" y="1"/>
                  </a:moveTo>
                  <a:cubicBezTo>
                    <a:pt x="246" y="1"/>
                    <a:pt x="214" y="8"/>
                    <a:pt x="184" y="23"/>
                  </a:cubicBezTo>
                  <a:cubicBezTo>
                    <a:pt x="57" y="79"/>
                    <a:pt x="1" y="233"/>
                    <a:pt x="72" y="345"/>
                  </a:cubicBezTo>
                  <a:lnTo>
                    <a:pt x="549" y="1328"/>
                  </a:lnTo>
                  <a:cubicBezTo>
                    <a:pt x="577" y="1427"/>
                    <a:pt x="675" y="1468"/>
                    <a:pt x="759" y="1468"/>
                  </a:cubicBezTo>
                  <a:cubicBezTo>
                    <a:pt x="787" y="1468"/>
                    <a:pt x="830" y="1468"/>
                    <a:pt x="858" y="1440"/>
                  </a:cubicBezTo>
                  <a:cubicBezTo>
                    <a:pt x="984" y="1384"/>
                    <a:pt x="1040" y="1244"/>
                    <a:pt x="970" y="1131"/>
                  </a:cubicBezTo>
                  <a:lnTo>
                    <a:pt x="493" y="135"/>
                  </a:lnTo>
                  <a:cubicBezTo>
                    <a:pt x="452" y="53"/>
                    <a:pt x="365" y="1"/>
                    <a:pt x="27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" name="Google Shape;332;p32"/>
            <p:cNvSpPr/>
            <p:nvPr/>
          </p:nvSpPr>
          <p:spPr>
            <a:xfrm>
              <a:off x="6487350" y="3721450"/>
              <a:ext cx="38975" cy="23100"/>
            </a:xfrm>
            <a:custGeom>
              <a:rect b="b" l="l" r="r" t="t"/>
              <a:pathLst>
                <a:path extrusionOk="0" h="924" w="1559">
                  <a:moveTo>
                    <a:pt x="1291" y="1"/>
                  </a:moveTo>
                  <a:cubicBezTo>
                    <a:pt x="1255" y="1"/>
                    <a:pt x="1217" y="9"/>
                    <a:pt x="1180" y="25"/>
                  </a:cubicBezTo>
                  <a:lnTo>
                    <a:pt x="182" y="475"/>
                  </a:lnTo>
                  <a:cubicBezTo>
                    <a:pt x="57" y="531"/>
                    <a:pt x="0" y="671"/>
                    <a:pt x="57" y="783"/>
                  </a:cubicBezTo>
                  <a:cubicBezTo>
                    <a:pt x="98" y="881"/>
                    <a:pt x="182" y="924"/>
                    <a:pt x="281" y="924"/>
                  </a:cubicBezTo>
                  <a:cubicBezTo>
                    <a:pt x="309" y="924"/>
                    <a:pt x="351" y="924"/>
                    <a:pt x="379" y="909"/>
                  </a:cubicBezTo>
                  <a:lnTo>
                    <a:pt x="1376" y="460"/>
                  </a:lnTo>
                  <a:cubicBezTo>
                    <a:pt x="1502" y="404"/>
                    <a:pt x="1558" y="263"/>
                    <a:pt x="1502" y="138"/>
                  </a:cubicBezTo>
                  <a:cubicBezTo>
                    <a:pt x="1462" y="48"/>
                    <a:pt x="1380" y="1"/>
                    <a:pt x="129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33" name="Google Shape;333;p32"/>
          <p:cNvGrpSpPr/>
          <p:nvPr/>
        </p:nvGrpSpPr>
        <p:grpSpPr>
          <a:xfrm>
            <a:off x="5377996" y="3243968"/>
            <a:ext cx="683128" cy="621557"/>
            <a:chOff x="4667825" y="2875500"/>
            <a:chExt cx="347825" cy="316475"/>
          </a:xfrm>
        </p:grpSpPr>
        <p:sp>
          <p:nvSpPr>
            <p:cNvPr id="334" name="Google Shape;334;p32"/>
            <p:cNvSpPr/>
            <p:nvPr/>
          </p:nvSpPr>
          <p:spPr>
            <a:xfrm>
              <a:off x="4724675" y="2896800"/>
              <a:ext cx="80050" cy="34125"/>
            </a:xfrm>
            <a:custGeom>
              <a:rect b="b" l="l" r="r" t="t"/>
              <a:pathLst>
                <a:path extrusionOk="0" h="1365" w="3202">
                  <a:moveTo>
                    <a:pt x="1315" y="0"/>
                  </a:moveTo>
                  <a:cubicBezTo>
                    <a:pt x="937" y="0"/>
                    <a:pt x="500" y="68"/>
                    <a:pt x="1" y="243"/>
                  </a:cubicBezTo>
                  <a:cubicBezTo>
                    <a:pt x="1" y="243"/>
                    <a:pt x="1204" y="1365"/>
                    <a:pt x="2221" y="1365"/>
                  </a:cubicBezTo>
                  <a:cubicBezTo>
                    <a:pt x="2597" y="1365"/>
                    <a:pt x="2947" y="1211"/>
                    <a:pt x="3202" y="790"/>
                  </a:cubicBezTo>
                  <a:cubicBezTo>
                    <a:pt x="3202" y="790"/>
                    <a:pt x="2605" y="0"/>
                    <a:pt x="131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" name="Google Shape;335;p32"/>
            <p:cNvSpPr/>
            <p:nvPr/>
          </p:nvSpPr>
          <p:spPr>
            <a:xfrm>
              <a:off x="4791700" y="2875500"/>
              <a:ext cx="44250" cy="98625"/>
            </a:xfrm>
            <a:custGeom>
              <a:rect b="b" l="l" r="r" t="t"/>
              <a:pathLst>
                <a:path extrusionOk="0" h="3945" w="1770">
                  <a:moveTo>
                    <a:pt x="521" y="0"/>
                  </a:moveTo>
                  <a:lnTo>
                    <a:pt x="1" y="126"/>
                  </a:lnTo>
                  <a:cubicBezTo>
                    <a:pt x="85" y="1432"/>
                    <a:pt x="1251" y="3945"/>
                    <a:pt x="1251" y="3945"/>
                  </a:cubicBezTo>
                  <a:lnTo>
                    <a:pt x="1770" y="3636"/>
                  </a:lnTo>
                  <a:cubicBezTo>
                    <a:pt x="759" y="2484"/>
                    <a:pt x="521" y="0"/>
                    <a:pt x="52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" name="Google Shape;336;p32"/>
            <p:cNvSpPr/>
            <p:nvPr/>
          </p:nvSpPr>
          <p:spPr>
            <a:xfrm>
              <a:off x="4667825" y="2899350"/>
              <a:ext cx="347825" cy="292625"/>
            </a:xfrm>
            <a:custGeom>
              <a:rect b="b" l="l" r="r" t="t"/>
              <a:pathLst>
                <a:path extrusionOk="0" h="11705" w="13913">
                  <a:moveTo>
                    <a:pt x="9791" y="0"/>
                  </a:moveTo>
                  <a:cubicBezTo>
                    <a:pt x="9775" y="0"/>
                    <a:pt x="9760" y="1"/>
                    <a:pt x="9744" y="1"/>
                  </a:cubicBezTo>
                  <a:cubicBezTo>
                    <a:pt x="7132" y="42"/>
                    <a:pt x="6543" y="1699"/>
                    <a:pt x="6150" y="1854"/>
                  </a:cubicBezTo>
                  <a:cubicBezTo>
                    <a:pt x="6090" y="1879"/>
                    <a:pt x="5999" y="1884"/>
                    <a:pt x="5881" y="1884"/>
                  </a:cubicBezTo>
                  <a:cubicBezTo>
                    <a:pt x="5804" y="1884"/>
                    <a:pt x="5716" y="1882"/>
                    <a:pt x="5616" y="1882"/>
                  </a:cubicBezTo>
                  <a:cubicBezTo>
                    <a:pt x="5493" y="1875"/>
                    <a:pt x="5354" y="1868"/>
                    <a:pt x="5201" y="1868"/>
                  </a:cubicBezTo>
                  <a:cubicBezTo>
                    <a:pt x="4463" y="1868"/>
                    <a:pt x="3407" y="2028"/>
                    <a:pt x="2303" y="3075"/>
                  </a:cubicBezTo>
                  <a:cubicBezTo>
                    <a:pt x="0" y="5308"/>
                    <a:pt x="2372" y="8986"/>
                    <a:pt x="3131" y="9786"/>
                  </a:cubicBezTo>
                  <a:cubicBezTo>
                    <a:pt x="3643" y="10337"/>
                    <a:pt x="5490" y="11705"/>
                    <a:pt x="7357" y="11705"/>
                  </a:cubicBezTo>
                  <a:cubicBezTo>
                    <a:pt x="8203" y="11705"/>
                    <a:pt x="9054" y="11423"/>
                    <a:pt x="9785" y="10656"/>
                  </a:cubicBezTo>
                  <a:cubicBezTo>
                    <a:pt x="9818" y="10657"/>
                    <a:pt x="9851" y="10657"/>
                    <a:pt x="9883" y="10657"/>
                  </a:cubicBezTo>
                  <a:cubicBezTo>
                    <a:pt x="13184" y="10657"/>
                    <a:pt x="13913" y="6434"/>
                    <a:pt x="13885" y="5336"/>
                  </a:cubicBezTo>
                  <a:cubicBezTo>
                    <a:pt x="13857" y="4246"/>
                    <a:pt x="12954" y="0"/>
                    <a:pt x="979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" name="Google Shape;337;p32"/>
            <p:cNvSpPr/>
            <p:nvPr/>
          </p:nvSpPr>
          <p:spPr>
            <a:xfrm>
              <a:off x="4705725" y="2981475"/>
              <a:ext cx="63200" cy="69525"/>
            </a:xfrm>
            <a:custGeom>
              <a:rect b="b" l="l" r="r" t="t"/>
              <a:pathLst>
                <a:path extrusionOk="0" h="2781" w="2528">
                  <a:moveTo>
                    <a:pt x="1558" y="1"/>
                  </a:moveTo>
                  <a:cubicBezTo>
                    <a:pt x="1096" y="1"/>
                    <a:pt x="604" y="379"/>
                    <a:pt x="338" y="969"/>
                  </a:cubicBezTo>
                  <a:cubicBezTo>
                    <a:pt x="1" y="1714"/>
                    <a:pt x="154" y="2485"/>
                    <a:pt x="674" y="2725"/>
                  </a:cubicBezTo>
                  <a:cubicBezTo>
                    <a:pt x="772" y="2766"/>
                    <a:pt x="885" y="2781"/>
                    <a:pt x="983" y="2781"/>
                  </a:cubicBezTo>
                  <a:cubicBezTo>
                    <a:pt x="1446" y="2781"/>
                    <a:pt x="1938" y="2401"/>
                    <a:pt x="2204" y="1812"/>
                  </a:cubicBezTo>
                  <a:cubicBezTo>
                    <a:pt x="2528" y="1068"/>
                    <a:pt x="2387" y="295"/>
                    <a:pt x="1867" y="57"/>
                  </a:cubicBezTo>
                  <a:cubicBezTo>
                    <a:pt x="1770" y="14"/>
                    <a:pt x="1657" y="1"/>
                    <a:pt x="155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2" name="Google Shape;342;p33"/>
          <p:cNvGrpSpPr/>
          <p:nvPr/>
        </p:nvGrpSpPr>
        <p:grpSpPr>
          <a:xfrm>
            <a:off x="6273260" y="921426"/>
            <a:ext cx="2515251" cy="3300644"/>
            <a:chOff x="3673250" y="1463775"/>
            <a:chExt cx="1287100" cy="1689000"/>
          </a:xfrm>
        </p:grpSpPr>
        <p:sp>
          <p:nvSpPr>
            <p:cNvPr id="343" name="Google Shape;343;p33"/>
            <p:cNvSpPr/>
            <p:nvPr/>
          </p:nvSpPr>
          <p:spPr>
            <a:xfrm>
              <a:off x="3673250" y="1463775"/>
              <a:ext cx="1287100" cy="1428900"/>
            </a:xfrm>
            <a:custGeom>
              <a:rect b="b" l="l" r="r" t="t"/>
              <a:pathLst>
                <a:path extrusionOk="0" h="57156" w="51484">
                  <a:moveTo>
                    <a:pt x="28248" y="1"/>
                  </a:moveTo>
                  <a:cubicBezTo>
                    <a:pt x="24345" y="1"/>
                    <a:pt x="21832" y="2794"/>
                    <a:pt x="21832" y="2794"/>
                  </a:cubicBezTo>
                  <a:cubicBezTo>
                    <a:pt x="21832" y="2794"/>
                    <a:pt x="19095" y="1152"/>
                    <a:pt x="17297" y="1152"/>
                  </a:cubicBezTo>
                  <a:cubicBezTo>
                    <a:pt x="17114" y="1152"/>
                    <a:pt x="16946" y="1166"/>
                    <a:pt x="16792" y="1194"/>
                  </a:cubicBezTo>
                  <a:cubicBezTo>
                    <a:pt x="15051" y="1587"/>
                    <a:pt x="13507" y="2822"/>
                    <a:pt x="12749" y="4437"/>
                  </a:cubicBezTo>
                  <a:cubicBezTo>
                    <a:pt x="12257" y="4325"/>
                    <a:pt x="11738" y="4269"/>
                    <a:pt x="11232" y="4269"/>
                  </a:cubicBezTo>
                  <a:cubicBezTo>
                    <a:pt x="8986" y="4269"/>
                    <a:pt x="6725" y="5364"/>
                    <a:pt x="5420" y="7189"/>
                  </a:cubicBezTo>
                  <a:cubicBezTo>
                    <a:pt x="3791" y="9436"/>
                    <a:pt x="3679" y="12665"/>
                    <a:pt x="5139" y="15023"/>
                  </a:cubicBezTo>
                  <a:cubicBezTo>
                    <a:pt x="3271" y="16048"/>
                    <a:pt x="2022" y="18125"/>
                    <a:pt x="1994" y="20259"/>
                  </a:cubicBezTo>
                  <a:cubicBezTo>
                    <a:pt x="1980" y="22393"/>
                    <a:pt x="3202" y="24486"/>
                    <a:pt x="5055" y="25538"/>
                  </a:cubicBezTo>
                  <a:cubicBezTo>
                    <a:pt x="2682" y="27210"/>
                    <a:pt x="1012" y="29834"/>
                    <a:pt x="506" y="32685"/>
                  </a:cubicBezTo>
                  <a:cubicBezTo>
                    <a:pt x="1" y="35549"/>
                    <a:pt x="660" y="38595"/>
                    <a:pt x="2317" y="40968"/>
                  </a:cubicBezTo>
                  <a:cubicBezTo>
                    <a:pt x="1377" y="42232"/>
                    <a:pt x="1152" y="44001"/>
                    <a:pt x="1755" y="45446"/>
                  </a:cubicBezTo>
                  <a:cubicBezTo>
                    <a:pt x="2359" y="46906"/>
                    <a:pt x="3763" y="48001"/>
                    <a:pt x="5321" y="48226"/>
                  </a:cubicBezTo>
                  <a:cubicBezTo>
                    <a:pt x="5139" y="50360"/>
                    <a:pt x="6220" y="52550"/>
                    <a:pt x="8017" y="53688"/>
                  </a:cubicBezTo>
                  <a:cubicBezTo>
                    <a:pt x="8958" y="54278"/>
                    <a:pt x="10053" y="54587"/>
                    <a:pt x="11162" y="54587"/>
                  </a:cubicBezTo>
                  <a:cubicBezTo>
                    <a:pt x="12187" y="54587"/>
                    <a:pt x="13226" y="54319"/>
                    <a:pt x="14110" y="53800"/>
                  </a:cubicBezTo>
                  <a:cubicBezTo>
                    <a:pt x="15753" y="55920"/>
                    <a:pt x="18421" y="57155"/>
                    <a:pt x="21088" y="57155"/>
                  </a:cubicBezTo>
                  <a:cubicBezTo>
                    <a:pt x="21818" y="57155"/>
                    <a:pt x="22548" y="57058"/>
                    <a:pt x="23250" y="56874"/>
                  </a:cubicBezTo>
                  <a:cubicBezTo>
                    <a:pt x="26536" y="55991"/>
                    <a:pt x="29160" y="53000"/>
                    <a:pt x="29610" y="49630"/>
                  </a:cubicBezTo>
                  <a:cubicBezTo>
                    <a:pt x="30523" y="50178"/>
                    <a:pt x="31562" y="50431"/>
                    <a:pt x="32601" y="50431"/>
                  </a:cubicBezTo>
                  <a:cubicBezTo>
                    <a:pt x="35015" y="50431"/>
                    <a:pt x="37472" y="49083"/>
                    <a:pt x="38483" y="46878"/>
                  </a:cubicBezTo>
                  <a:cubicBezTo>
                    <a:pt x="39578" y="47412"/>
                    <a:pt x="40785" y="47679"/>
                    <a:pt x="42007" y="47679"/>
                  </a:cubicBezTo>
                  <a:cubicBezTo>
                    <a:pt x="44225" y="47679"/>
                    <a:pt x="46457" y="46809"/>
                    <a:pt x="48001" y="45222"/>
                  </a:cubicBezTo>
                  <a:cubicBezTo>
                    <a:pt x="50388" y="42751"/>
                    <a:pt x="50122" y="39003"/>
                    <a:pt x="48507" y="35956"/>
                  </a:cubicBezTo>
                  <a:cubicBezTo>
                    <a:pt x="50347" y="34973"/>
                    <a:pt x="51483" y="32825"/>
                    <a:pt x="51287" y="30747"/>
                  </a:cubicBezTo>
                  <a:cubicBezTo>
                    <a:pt x="51077" y="28670"/>
                    <a:pt x="49546" y="26788"/>
                    <a:pt x="47552" y="26171"/>
                  </a:cubicBezTo>
                  <a:cubicBezTo>
                    <a:pt x="49602" y="25160"/>
                    <a:pt x="51034" y="22983"/>
                    <a:pt x="51118" y="20709"/>
                  </a:cubicBezTo>
                  <a:cubicBezTo>
                    <a:pt x="51217" y="18434"/>
                    <a:pt x="49982" y="16146"/>
                    <a:pt x="48016" y="14967"/>
                  </a:cubicBezTo>
                  <a:cubicBezTo>
                    <a:pt x="50023" y="13226"/>
                    <a:pt x="50500" y="9688"/>
                    <a:pt x="49392" y="7736"/>
                  </a:cubicBezTo>
                  <a:cubicBezTo>
                    <a:pt x="48550" y="6263"/>
                    <a:pt x="45770" y="6080"/>
                    <a:pt x="44450" y="6080"/>
                  </a:cubicBezTo>
                  <a:cubicBezTo>
                    <a:pt x="44014" y="6080"/>
                    <a:pt x="43748" y="6108"/>
                    <a:pt x="43748" y="6108"/>
                  </a:cubicBezTo>
                  <a:cubicBezTo>
                    <a:pt x="43748" y="6108"/>
                    <a:pt x="43018" y="1531"/>
                    <a:pt x="39817" y="1040"/>
                  </a:cubicBezTo>
                  <a:cubicBezTo>
                    <a:pt x="39522" y="997"/>
                    <a:pt x="39227" y="984"/>
                    <a:pt x="38946" y="984"/>
                  </a:cubicBezTo>
                  <a:cubicBezTo>
                    <a:pt x="36264" y="984"/>
                    <a:pt x="34608" y="2878"/>
                    <a:pt x="34608" y="2878"/>
                  </a:cubicBezTo>
                  <a:cubicBezTo>
                    <a:pt x="34608" y="2878"/>
                    <a:pt x="32446" y="99"/>
                    <a:pt x="2844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" name="Google Shape;344;p33"/>
            <p:cNvSpPr/>
            <p:nvPr/>
          </p:nvSpPr>
          <p:spPr>
            <a:xfrm>
              <a:off x="4354875" y="2819650"/>
              <a:ext cx="167425" cy="167450"/>
            </a:xfrm>
            <a:custGeom>
              <a:rect b="b" l="l" r="r" t="t"/>
              <a:pathLst>
                <a:path extrusionOk="0" h="6698" w="6697">
                  <a:moveTo>
                    <a:pt x="3342" y="0"/>
                  </a:moveTo>
                  <a:cubicBezTo>
                    <a:pt x="1502" y="0"/>
                    <a:pt x="1" y="1503"/>
                    <a:pt x="1" y="3356"/>
                  </a:cubicBezTo>
                  <a:cubicBezTo>
                    <a:pt x="1" y="5195"/>
                    <a:pt x="1502" y="6697"/>
                    <a:pt x="3342" y="6697"/>
                  </a:cubicBezTo>
                  <a:cubicBezTo>
                    <a:pt x="5195" y="6697"/>
                    <a:pt x="6697" y="5195"/>
                    <a:pt x="6697" y="3356"/>
                  </a:cubicBezTo>
                  <a:cubicBezTo>
                    <a:pt x="6697" y="1503"/>
                    <a:pt x="5195" y="0"/>
                    <a:pt x="334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" name="Google Shape;345;p33"/>
            <p:cNvSpPr/>
            <p:nvPr/>
          </p:nvSpPr>
          <p:spPr>
            <a:xfrm>
              <a:off x="4512450" y="3015850"/>
              <a:ext cx="136925" cy="136925"/>
            </a:xfrm>
            <a:custGeom>
              <a:rect b="b" l="l" r="r" t="t"/>
              <a:pathLst>
                <a:path extrusionOk="0" h="5477" w="5477">
                  <a:moveTo>
                    <a:pt x="2739" y="1"/>
                  </a:moveTo>
                  <a:cubicBezTo>
                    <a:pt x="1236" y="1"/>
                    <a:pt x="1" y="1222"/>
                    <a:pt x="1" y="2738"/>
                  </a:cubicBezTo>
                  <a:cubicBezTo>
                    <a:pt x="1" y="4241"/>
                    <a:pt x="1236" y="5476"/>
                    <a:pt x="2739" y="5476"/>
                  </a:cubicBezTo>
                  <a:cubicBezTo>
                    <a:pt x="4255" y="5476"/>
                    <a:pt x="5476" y="4241"/>
                    <a:pt x="5476" y="2738"/>
                  </a:cubicBezTo>
                  <a:cubicBezTo>
                    <a:pt x="5476" y="1222"/>
                    <a:pt x="4255" y="1"/>
                    <a:pt x="273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" name="Google Shape;346;p33"/>
            <p:cNvSpPr/>
            <p:nvPr/>
          </p:nvSpPr>
          <p:spPr>
            <a:xfrm>
              <a:off x="4762025" y="3037625"/>
              <a:ext cx="102150" cy="102500"/>
            </a:xfrm>
            <a:custGeom>
              <a:rect b="b" l="l" r="r" t="t"/>
              <a:pathLst>
                <a:path extrusionOk="0" h="4100" w="4086">
                  <a:moveTo>
                    <a:pt x="2036" y="0"/>
                  </a:moveTo>
                  <a:cubicBezTo>
                    <a:pt x="912" y="0"/>
                    <a:pt x="0" y="927"/>
                    <a:pt x="0" y="2050"/>
                  </a:cubicBezTo>
                  <a:cubicBezTo>
                    <a:pt x="0" y="3187"/>
                    <a:pt x="912" y="4100"/>
                    <a:pt x="2036" y="4100"/>
                  </a:cubicBezTo>
                  <a:cubicBezTo>
                    <a:pt x="3173" y="4100"/>
                    <a:pt x="4085" y="3187"/>
                    <a:pt x="4085" y="2050"/>
                  </a:cubicBezTo>
                  <a:cubicBezTo>
                    <a:pt x="4085" y="927"/>
                    <a:pt x="3173" y="0"/>
                    <a:pt x="203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47" name="Google Shape;347;p33"/>
          <p:cNvSpPr/>
          <p:nvPr/>
        </p:nvSpPr>
        <p:spPr>
          <a:xfrm>
            <a:off x="6689582" y="1613892"/>
            <a:ext cx="1682594" cy="1308963"/>
          </a:xfrm>
          <a:custGeom>
            <a:rect b="b" l="l" r="r" t="t"/>
            <a:pathLst>
              <a:path extrusionOk="0" h="15161" w="19488">
                <a:moveTo>
                  <a:pt x="15217" y="1"/>
                </a:moveTo>
                <a:cubicBezTo>
                  <a:pt x="15036" y="1"/>
                  <a:pt x="14853" y="14"/>
                  <a:pt x="14672" y="41"/>
                </a:cubicBezTo>
                <a:cubicBezTo>
                  <a:pt x="12846" y="307"/>
                  <a:pt x="11766" y="1767"/>
                  <a:pt x="10965" y="3115"/>
                </a:cubicBezTo>
                <a:cubicBezTo>
                  <a:pt x="10825" y="3368"/>
                  <a:pt x="10671" y="3620"/>
                  <a:pt x="10502" y="3873"/>
                </a:cubicBezTo>
                <a:cubicBezTo>
                  <a:pt x="10053" y="2974"/>
                  <a:pt x="9786" y="1964"/>
                  <a:pt x="9786" y="939"/>
                </a:cubicBezTo>
                <a:lnTo>
                  <a:pt x="9786" y="223"/>
                </a:lnTo>
                <a:cubicBezTo>
                  <a:pt x="9042" y="602"/>
                  <a:pt x="8284" y="939"/>
                  <a:pt x="7498" y="1248"/>
                </a:cubicBezTo>
                <a:cubicBezTo>
                  <a:pt x="7554" y="2849"/>
                  <a:pt x="8045" y="4393"/>
                  <a:pt x="8915" y="5726"/>
                </a:cubicBezTo>
                <a:cubicBezTo>
                  <a:pt x="8522" y="6035"/>
                  <a:pt x="8059" y="6288"/>
                  <a:pt x="7511" y="6428"/>
                </a:cubicBezTo>
                <a:cubicBezTo>
                  <a:pt x="6135" y="6793"/>
                  <a:pt x="4381" y="6471"/>
                  <a:pt x="3356" y="7299"/>
                </a:cubicBezTo>
                <a:cubicBezTo>
                  <a:pt x="3131" y="7467"/>
                  <a:pt x="2977" y="7692"/>
                  <a:pt x="2878" y="7931"/>
                </a:cubicBezTo>
                <a:cubicBezTo>
                  <a:pt x="1867" y="8464"/>
                  <a:pt x="1040" y="9348"/>
                  <a:pt x="618" y="10415"/>
                </a:cubicBezTo>
                <a:cubicBezTo>
                  <a:pt x="1" y="11960"/>
                  <a:pt x="225" y="13813"/>
                  <a:pt x="1208" y="15161"/>
                </a:cubicBezTo>
                <a:lnTo>
                  <a:pt x="1236" y="15147"/>
                </a:lnTo>
                <a:lnTo>
                  <a:pt x="3061" y="13799"/>
                </a:lnTo>
                <a:cubicBezTo>
                  <a:pt x="2556" y="13097"/>
                  <a:pt x="2429" y="12072"/>
                  <a:pt x="2752" y="11272"/>
                </a:cubicBezTo>
                <a:cubicBezTo>
                  <a:pt x="2906" y="10893"/>
                  <a:pt x="3159" y="10542"/>
                  <a:pt x="3496" y="10275"/>
                </a:cubicBezTo>
                <a:cubicBezTo>
                  <a:pt x="3693" y="10486"/>
                  <a:pt x="3917" y="10696"/>
                  <a:pt x="4170" y="10893"/>
                </a:cubicBezTo>
                <a:cubicBezTo>
                  <a:pt x="5731" y="12117"/>
                  <a:pt x="7901" y="12733"/>
                  <a:pt x="10065" y="12733"/>
                </a:cubicBezTo>
                <a:cubicBezTo>
                  <a:pt x="11425" y="12733"/>
                  <a:pt x="12782" y="12490"/>
                  <a:pt x="13984" y="12002"/>
                </a:cubicBezTo>
                <a:cubicBezTo>
                  <a:pt x="17101" y="10739"/>
                  <a:pt x="19108" y="8029"/>
                  <a:pt x="19417" y="5193"/>
                </a:cubicBezTo>
                <a:cubicBezTo>
                  <a:pt x="19488" y="4533"/>
                  <a:pt x="19473" y="3845"/>
                  <a:pt x="19305" y="3186"/>
                </a:cubicBezTo>
                <a:cubicBezTo>
                  <a:pt x="19164" y="2637"/>
                  <a:pt x="18926" y="2104"/>
                  <a:pt x="18546" y="1627"/>
                </a:cubicBezTo>
                <a:cubicBezTo>
                  <a:pt x="17831" y="689"/>
                  <a:pt x="16540" y="1"/>
                  <a:pt x="15217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3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</a:t>
            </a:r>
            <a:endParaRPr/>
          </a:p>
        </p:txBody>
      </p:sp>
      <p:sp>
        <p:nvSpPr>
          <p:cNvPr id="349" name="Google Shape;349;p33"/>
          <p:cNvSpPr txBox="1"/>
          <p:nvPr>
            <p:ph idx="2" type="title"/>
          </p:nvPr>
        </p:nvSpPr>
        <p:spPr>
          <a:xfrm>
            <a:off x="720000" y="1797713"/>
            <a:ext cx="734700" cy="54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350" name="Google Shape;350;p33"/>
          <p:cNvSpPr txBox="1"/>
          <p:nvPr>
            <p:ph idx="3" type="subTitle"/>
          </p:nvPr>
        </p:nvSpPr>
        <p:spPr>
          <a:xfrm>
            <a:off x="1454700" y="1797725"/>
            <a:ext cx="5170800" cy="54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Microbiome linked to IBD</a:t>
            </a:r>
            <a:endParaRPr/>
          </a:p>
        </p:txBody>
      </p:sp>
      <p:sp>
        <p:nvSpPr>
          <p:cNvPr id="351" name="Google Shape;351;p33"/>
          <p:cNvSpPr txBox="1"/>
          <p:nvPr>
            <p:ph idx="5" type="title"/>
          </p:nvPr>
        </p:nvSpPr>
        <p:spPr>
          <a:xfrm>
            <a:off x="720000" y="2503921"/>
            <a:ext cx="734700" cy="54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352" name="Google Shape;352;p33"/>
          <p:cNvSpPr txBox="1"/>
          <p:nvPr>
            <p:ph idx="6" type="subTitle"/>
          </p:nvPr>
        </p:nvSpPr>
        <p:spPr>
          <a:xfrm>
            <a:off x="1454700" y="2503925"/>
            <a:ext cx="5811300" cy="54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Disease activity changes over time</a:t>
            </a:r>
            <a:endParaRPr/>
          </a:p>
        </p:txBody>
      </p:sp>
      <p:sp>
        <p:nvSpPr>
          <p:cNvPr id="353" name="Google Shape;353;p33"/>
          <p:cNvSpPr txBox="1"/>
          <p:nvPr>
            <p:ph idx="8" type="title"/>
          </p:nvPr>
        </p:nvSpPr>
        <p:spPr>
          <a:xfrm>
            <a:off x="720000" y="3210130"/>
            <a:ext cx="734700" cy="54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354" name="Google Shape;354;p33"/>
          <p:cNvSpPr txBox="1"/>
          <p:nvPr>
            <p:ph idx="9" type="subTitle"/>
          </p:nvPr>
        </p:nvSpPr>
        <p:spPr>
          <a:xfrm>
            <a:off x="1454700" y="3210125"/>
            <a:ext cx="5469600" cy="54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Goal: Predict inflammation early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3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</a:t>
            </a:r>
            <a:endParaRPr/>
          </a:p>
        </p:txBody>
      </p:sp>
      <p:sp>
        <p:nvSpPr>
          <p:cNvPr id="360" name="Google Shape;360;p34"/>
          <p:cNvSpPr txBox="1"/>
          <p:nvPr>
            <p:ph idx="5" type="subTitle"/>
          </p:nvPr>
        </p:nvSpPr>
        <p:spPr>
          <a:xfrm>
            <a:off x="1679111" y="2055625"/>
            <a:ext cx="2151000" cy="50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~130 subjects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~2,200 samples</a:t>
            </a:r>
            <a:endParaRPr sz="2000"/>
          </a:p>
        </p:txBody>
      </p:sp>
      <p:sp>
        <p:nvSpPr>
          <p:cNvPr id="361" name="Google Shape;361;p34"/>
          <p:cNvSpPr txBox="1"/>
          <p:nvPr>
            <p:ph idx="6" type="subTitle"/>
          </p:nvPr>
        </p:nvSpPr>
        <p:spPr>
          <a:xfrm>
            <a:off x="1679111" y="4223000"/>
            <a:ext cx="1978200" cy="50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~500 bacterial features (relative abundances)</a:t>
            </a:r>
            <a:endParaRPr sz="2000"/>
          </a:p>
        </p:txBody>
      </p:sp>
      <p:sp>
        <p:nvSpPr>
          <p:cNvPr id="362" name="Google Shape;362;p34"/>
          <p:cNvSpPr txBox="1"/>
          <p:nvPr>
            <p:ph idx="7" type="subTitle"/>
          </p:nvPr>
        </p:nvSpPr>
        <p:spPr>
          <a:xfrm>
            <a:off x="4972498" y="2055625"/>
            <a:ext cx="2435400" cy="50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Flare rate: 6.6%</a:t>
            </a:r>
            <a:endParaRPr sz="2000"/>
          </a:p>
        </p:txBody>
      </p:sp>
      <p:sp>
        <p:nvSpPr>
          <p:cNvPr id="363" name="Google Shape;363;p34"/>
          <p:cNvSpPr/>
          <p:nvPr/>
        </p:nvSpPr>
        <p:spPr>
          <a:xfrm>
            <a:off x="713213" y="1742425"/>
            <a:ext cx="837600" cy="837600"/>
          </a:xfrm>
          <a:prstGeom prst="roundRect">
            <a:avLst>
              <a:gd fmla="val 16667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34"/>
          <p:cNvSpPr/>
          <p:nvPr/>
        </p:nvSpPr>
        <p:spPr>
          <a:xfrm>
            <a:off x="713213" y="3385400"/>
            <a:ext cx="837600" cy="837600"/>
          </a:xfrm>
          <a:prstGeom prst="roundRect">
            <a:avLst>
              <a:gd fmla="val 16667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34"/>
          <p:cNvSpPr/>
          <p:nvPr/>
        </p:nvSpPr>
        <p:spPr>
          <a:xfrm>
            <a:off x="3982488" y="1742425"/>
            <a:ext cx="837600" cy="837600"/>
          </a:xfrm>
          <a:prstGeom prst="roundRect">
            <a:avLst>
              <a:gd fmla="val 16667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66" name="Google Shape;366;p34"/>
          <p:cNvGrpSpPr/>
          <p:nvPr/>
        </p:nvGrpSpPr>
        <p:grpSpPr>
          <a:xfrm>
            <a:off x="7560308" y="2055626"/>
            <a:ext cx="1255007" cy="1671494"/>
            <a:chOff x="4429675" y="1959000"/>
            <a:chExt cx="369250" cy="491775"/>
          </a:xfrm>
        </p:grpSpPr>
        <p:sp>
          <p:nvSpPr>
            <p:cNvPr id="367" name="Google Shape;367;p34"/>
            <p:cNvSpPr/>
            <p:nvPr/>
          </p:nvSpPr>
          <p:spPr>
            <a:xfrm>
              <a:off x="4434575" y="1959000"/>
              <a:ext cx="359100" cy="491775"/>
            </a:xfrm>
            <a:custGeom>
              <a:rect b="b" l="l" r="r" t="t"/>
              <a:pathLst>
                <a:path extrusionOk="0" h="19671" w="14364">
                  <a:moveTo>
                    <a:pt x="5996" y="1"/>
                  </a:moveTo>
                  <a:lnTo>
                    <a:pt x="5981" y="2234"/>
                  </a:lnTo>
                  <a:cubicBezTo>
                    <a:pt x="5981" y="2332"/>
                    <a:pt x="5729" y="2612"/>
                    <a:pt x="5238" y="2612"/>
                  </a:cubicBezTo>
                  <a:lnTo>
                    <a:pt x="4620" y="2612"/>
                  </a:lnTo>
                  <a:cubicBezTo>
                    <a:pt x="4424" y="2458"/>
                    <a:pt x="4184" y="2360"/>
                    <a:pt x="3918" y="2360"/>
                  </a:cubicBezTo>
                  <a:cubicBezTo>
                    <a:pt x="3623" y="2360"/>
                    <a:pt x="3357" y="2472"/>
                    <a:pt x="3160" y="2655"/>
                  </a:cubicBezTo>
                  <a:cubicBezTo>
                    <a:pt x="1391" y="2921"/>
                    <a:pt x="57" y="4297"/>
                    <a:pt x="57" y="5954"/>
                  </a:cubicBezTo>
                  <a:lnTo>
                    <a:pt x="57" y="5982"/>
                  </a:lnTo>
                  <a:cubicBezTo>
                    <a:pt x="57" y="6740"/>
                    <a:pt x="338" y="7428"/>
                    <a:pt x="801" y="7990"/>
                  </a:cubicBezTo>
                  <a:cubicBezTo>
                    <a:pt x="731" y="8116"/>
                    <a:pt x="689" y="8256"/>
                    <a:pt x="689" y="8411"/>
                  </a:cubicBezTo>
                  <a:cubicBezTo>
                    <a:pt x="689" y="8889"/>
                    <a:pt x="1082" y="9282"/>
                    <a:pt x="1560" y="9282"/>
                  </a:cubicBezTo>
                  <a:cubicBezTo>
                    <a:pt x="1812" y="9282"/>
                    <a:pt x="2037" y="9183"/>
                    <a:pt x="2191" y="9014"/>
                  </a:cubicBezTo>
                  <a:cubicBezTo>
                    <a:pt x="2668" y="9211"/>
                    <a:pt x="3202" y="9323"/>
                    <a:pt x="3763" y="9323"/>
                  </a:cubicBezTo>
                  <a:lnTo>
                    <a:pt x="5588" y="9323"/>
                  </a:lnTo>
                  <a:cubicBezTo>
                    <a:pt x="5743" y="9562"/>
                    <a:pt x="6010" y="9716"/>
                    <a:pt x="6318" y="9716"/>
                  </a:cubicBezTo>
                  <a:cubicBezTo>
                    <a:pt x="6627" y="9716"/>
                    <a:pt x="6895" y="9562"/>
                    <a:pt x="7063" y="9323"/>
                  </a:cubicBezTo>
                  <a:lnTo>
                    <a:pt x="10657" y="9323"/>
                  </a:lnTo>
                  <a:cubicBezTo>
                    <a:pt x="11148" y="9323"/>
                    <a:pt x="11415" y="9591"/>
                    <a:pt x="11415" y="9703"/>
                  </a:cubicBezTo>
                  <a:lnTo>
                    <a:pt x="11415" y="9801"/>
                  </a:lnTo>
                  <a:cubicBezTo>
                    <a:pt x="11415" y="9913"/>
                    <a:pt x="11148" y="10194"/>
                    <a:pt x="10657" y="10194"/>
                  </a:cubicBezTo>
                  <a:lnTo>
                    <a:pt x="8888" y="10194"/>
                  </a:lnTo>
                  <a:cubicBezTo>
                    <a:pt x="8733" y="9913"/>
                    <a:pt x="8439" y="9716"/>
                    <a:pt x="8102" y="9716"/>
                  </a:cubicBezTo>
                  <a:cubicBezTo>
                    <a:pt x="7765" y="9716"/>
                    <a:pt x="7470" y="9913"/>
                    <a:pt x="7316" y="10194"/>
                  </a:cubicBezTo>
                  <a:lnTo>
                    <a:pt x="3763" y="10194"/>
                  </a:lnTo>
                  <a:cubicBezTo>
                    <a:pt x="3188" y="10194"/>
                    <a:pt x="2655" y="10306"/>
                    <a:pt x="2177" y="10517"/>
                  </a:cubicBezTo>
                  <a:cubicBezTo>
                    <a:pt x="2093" y="10474"/>
                    <a:pt x="1994" y="10461"/>
                    <a:pt x="1882" y="10461"/>
                  </a:cubicBezTo>
                  <a:cubicBezTo>
                    <a:pt x="1405" y="10461"/>
                    <a:pt x="1026" y="10839"/>
                    <a:pt x="998" y="11303"/>
                  </a:cubicBezTo>
                  <a:cubicBezTo>
                    <a:pt x="408" y="11893"/>
                    <a:pt x="57" y="12679"/>
                    <a:pt x="57" y="13522"/>
                  </a:cubicBezTo>
                  <a:lnTo>
                    <a:pt x="57" y="13591"/>
                  </a:lnTo>
                  <a:cubicBezTo>
                    <a:pt x="57" y="13816"/>
                    <a:pt x="85" y="14040"/>
                    <a:pt x="128" y="14252"/>
                  </a:cubicBezTo>
                  <a:cubicBezTo>
                    <a:pt x="57" y="14406"/>
                    <a:pt x="1" y="14589"/>
                    <a:pt x="1" y="14771"/>
                  </a:cubicBezTo>
                  <a:cubicBezTo>
                    <a:pt x="1" y="15444"/>
                    <a:pt x="534" y="15993"/>
                    <a:pt x="1208" y="16006"/>
                  </a:cubicBezTo>
                  <a:cubicBezTo>
                    <a:pt x="1784" y="16498"/>
                    <a:pt x="2542" y="16835"/>
                    <a:pt x="3385" y="16905"/>
                  </a:cubicBezTo>
                  <a:cubicBezTo>
                    <a:pt x="3567" y="17101"/>
                    <a:pt x="3819" y="17213"/>
                    <a:pt x="4100" y="17213"/>
                  </a:cubicBezTo>
                  <a:cubicBezTo>
                    <a:pt x="4381" y="17213"/>
                    <a:pt x="4620" y="17101"/>
                    <a:pt x="4802" y="16919"/>
                  </a:cubicBezTo>
                  <a:lnTo>
                    <a:pt x="5659" y="16919"/>
                  </a:lnTo>
                  <a:cubicBezTo>
                    <a:pt x="6136" y="16919"/>
                    <a:pt x="6403" y="17200"/>
                    <a:pt x="6403" y="17312"/>
                  </a:cubicBezTo>
                  <a:lnTo>
                    <a:pt x="6403" y="19671"/>
                  </a:lnTo>
                  <a:lnTo>
                    <a:pt x="9366" y="19671"/>
                  </a:lnTo>
                  <a:lnTo>
                    <a:pt x="9366" y="17312"/>
                  </a:lnTo>
                  <a:cubicBezTo>
                    <a:pt x="9366" y="16848"/>
                    <a:pt x="9253" y="16399"/>
                    <a:pt x="9070" y="15993"/>
                  </a:cubicBezTo>
                  <a:cubicBezTo>
                    <a:pt x="9085" y="15922"/>
                    <a:pt x="9098" y="15852"/>
                    <a:pt x="9098" y="15768"/>
                  </a:cubicBezTo>
                  <a:cubicBezTo>
                    <a:pt x="9098" y="15220"/>
                    <a:pt x="8649" y="14771"/>
                    <a:pt x="8102" y="14771"/>
                  </a:cubicBezTo>
                  <a:cubicBezTo>
                    <a:pt x="8087" y="14771"/>
                    <a:pt x="8074" y="14785"/>
                    <a:pt x="8074" y="14785"/>
                  </a:cubicBezTo>
                  <a:cubicBezTo>
                    <a:pt x="7413" y="14280"/>
                    <a:pt x="6571" y="13971"/>
                    <a:pt x="5659" y="13971"/>
                  </a:cubicBezTo>
                  <a:lnTo>
                    <a:pt x="3763" y="13971"/>
                  </a:lnTo>
                  <a:cubicBezTo>
                    <a:pt x="3272" y="13971"/>
                    <a:pt x="3005" y="13704"/>
                    <a:pt x="3005" y="13591"/>
                  </a:cubicBezTo>
                  <a:lnTo>
                    <a:pt x="3005" y="13522"/>
                  </a:lnTo>
                  <a:cubicBezTo>
                    <a:pt x="3005" y="13409"/>
                    <a:pt x="3272" y="13142"/>
                    <a:pt x="3763" y="13142"/>
                  </a:cubicBezTo>
                  <a:lnTo>
                    <a:pt x="3791" y="13142"/>
                  </a:lnTo>
                  <a:cubicBezTo>
                    <a:pt x="4031" y="13395"/>
                    <a:pt x="4367" y="13550"/>
                    <a:pt x="4746" y="13550"/>
                  </a:cubicBezTo>
                  <a:cubicBezTo>
                    <a:pt x="5111" y="13550"/>
                    <a:pt x="5448" y="13395"/>
                    <a:pt x="5687" y="13142"/>
                  </a:cubicBezTo>
                  <a:lnTo>
                    <a:pt x="10573" y="13142"/>
                  </a:lnTo>
                  <a:cubicBezTo>
                    <a:pt x="10811" y="13395"/>
                    <a:pt x="11135" y="13550"/>
                    <a:pt x="11513" y="13550"/>
                  </a:cubicBezTo>
                  <a:cubicBezTo>
                    <a:pt x="12131" y="13550"/>
                    <a:pt x="12651" y="13114"/>
                    <a:pt x="12791" y="12539"/>
                  </a:cubicBezTo>
                  <a:cubicBezTo>
                    <a:pt x="13746" y="11935"/>
                    <a:pt x="14364" y="10938"/>
                    <a:pt x="14364" y="9801"/>
                  </a:cubicBezTo>
                  <a:lnTo>
                    <a:pt x="14364" y="9703"/>
                  </a:lnTo>
                  <a:cubicBezTo>
                    <a:pt x="14364" y="7863"/>
                    <a:pt x="12707" y="6375"/>
                    <a:pt x="10657" y="6375"/>
                  </a:cubicBezTo>
                  <a:lnTo>
                    <a:pt x="10629" y="6375"/>
                  </a:lnTo>
                  <a:cubicBezTo>
                    <a:pt x="10390" y="6038"/>
                    <a:pt x="9997" y="5813"/>
                    <a:pt x="9562" y="5813"/>
                  </a:cubicBezTo>
                  <a:cubicBezTo>
                    <a:pt x="9126" y="5813"/>
                    <a:pt x="8733" y="6038"/>
                    <a:pt x="8495" y="6375"/>
                  </a:cubicBezTo>
                  <a:lnTo>
                    <a:pt x="4311" y="6375"/>
                  </a:lnTo>
                  <a:cubicBezTo>
                    <a:pt x="4156" y="6038"/>
                    <a:pt x="3819" y="5813"/>
                    <a:pt x="3426" y="5813"/>
                  </a:cubicBezTo>
                  <a:cubicBezTo>
                    <a:pt x="3286" y="5813"/>
                    <a:pt x="3145" y="5856"/>
                    <a:pt x="3020" y="5912"/>
                  </a:cubicBezTo>
                  <a:cubicBezTo>
                    <a:pt x="3061" y="5785"/>
                    <a:pt x="3314" y="5561"/>
                    <a:pt x="3763" y="5561"/>
                  </a:cubicBezTo>
                  <a:lnTo>
                    <a:pt x="5238" y="5561"/>
                  </a:lnTo>
                  <a:cubicBezTo>
                    <a:pt x="7260" y="5561"/>
                    <a:pt x="8930" y="4087"/>
                    <a:pt x="8944" y="2262"/>
                  </a:cubicBezTo>
                  <a:lnTo>
                    <a:pt x="895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" name="Google Shape;368;p34"/>
            <p:cNvSpPr/>
            <p:nvPr/>
          </p:nvSpPr>
          <p:spPr>
            <a:xfrm>
              <a:off x="4429675" y="1959000"/>
              <a:ext cx="295200" cy="491775"/>
            </a:xfrm>
            <a:custGeom>
              <a:rect b="b" l="l" r="r" t="t"/>
              <a:pathLst>
                <a:path extrusionOk="0" h="19671" w="11808">
                  <a:moveTo>
                    <a:pt x="10853" y="9534"/>
                  </a:moveTo>
                  <a:cubicBezTo>
                    <a:pt x="11176" y="9534"/>
                    <a:pt x="11372" y="9675"/>
                    <a:pt x="11400" y="9731"/>
                  </a:cubicBezTo>
                  <a:lnTo>
                    <a:pt x="11400" y="9787"/>
                  </a:lnTo>
                  <a:cubicBezTo>
                    <a:pt x="11372" y="9843"/>
                    <a:pt x="11176" y="9984"/>
                    <a:pt x="10853" y="9984"/>
                  </a:cubicBezTo>
                  <a:lnTo>
                    <a:pt x="9197" y="9984"/>
                  </a:lnTo>
                  <a:cubicBezTo>
                    <a:pt x="9013" y="9731"/>
                    <a:pt x="8747" y="9576"/>
                    <a:pt x="8452" y="9534"/>
                  </a:cubicBezTo>
                  <a:close/>
                  <a:moveTo>
                    <a:pt x="5996" y="1"/>
                  </a:moveTo>
                  <a:lnTo>
                    <a:pt x="5981" y="2206"/>
                  </a:lnTo>
                  <a:cubicBezTo>
                    <a:pt x="5939" y="2262"/>
                    <a:pt x="5756" y="2402"/>
                    <a:pt x="5434" y="2402"/>
                  </a:cubicBezTo>
                  <a:lnTo>
                    <a:pt x="4886" y="2402"/>
                  </a:lnTo>
                  <a:cubicBezTo>
                    <a:pt x="4657" y="2245"/>
                    <a:pt x="4389" y="2168"/>
                    <a:pt x="4120" y="2168"/>
                  </a:cubicBezTo>
                  <a:cubicBezTo>
                    <a:pt x="3813" y="2168"/>
                    <a:pt x="3505" y="2270"/>
                    <a:pt x="3257" y="2472"/>
                  </a:cubicBezTo>
                  <a:cubicBezTo>
                    <a:pt x="1391" y="2767"/>
                    <a:pt x="43" y="4227"/>
                    <a:pt x="43" y="5954"/>
                  </a:cubicBezTo>
                  <a:lnTo>
                    <a:pt x="43" y="5982"/>
                  </a:lnTo>
                  <a:cubicBezTo>
                    <a:pt x="43" y="6712"/>
                    <a:pt x="295" y="7414"/>
                    <a:pt x="758" y="8018"/>
                  </a:cubicBezTo>
                  <a:cubicBezTo>
                    <a:pt x="717" y="8144"/>
                    <a:pt x="689" y="8271"/>
                    <a:pt x="689" y="8411"/>
                  </a:cubicBezTo>
                  <a:cubicBezTo>
                    <a:pt x="689" y="9001"/>
                    <a:pt x="1166" y="9478"/>
                    <a:pt x="1756" y="9478"/>
                  </a:cubicBezTo>
                  <a:cubicBezTo>
                    <a:pt x="2008" y="9478"/>
                    <a:pt x="2246" y="9394"/>
                    <a:pt x="2429" y="9239"/>
                  </a:cubicBezTo>
                  <a:cubicBezTo>
                    <a:pt x="2920" y="9436"/>
                    <a:pt x="3440" y="9534"/>
                    <a:pt x="3959" y="9534"/>
                  </a:cubicBezTo>
                  <a:lnTo>
                    <a:pt x="5672" y="9534"/>
                  </a:lnTo>
                  <a:cubicBezTo>
                    <a:pt x="5883" y="9772"/>
                    <a:pt x="6192" y="9913"/>
                    <a:pt x="6514" y="9913"/>
                  </a:cubicBezTo>
                  <a:cubicBezTo>
                    <a:pt x="6838" y="9913"/>
                    <a:pt x="7147" y="9772"/>
                    <a:pt x="7357" y="9534"/>
                  </a:cubicBezTo>
                  <a:lnTo>
                    <a:pt x="8143" y="9534"/>
                  </a:lnTo>
                  <a:cubicBezTo>
                    <a:pt x="7849" y="9576"/>
                    <a:pt x="7581" y="9731"/>
                    <a:pt x="7399" y="9984"/>
                  </a:cubicBezTo>
                  <a:lnTo>
                    <a:pt x="3959" y="9984"/>
                  </a:lnTo>
                  <a:cubicBezTo>
                    <a:pt x="3412" y="9984"/>
                    <a:pt x="2879" y="10096"/>
                    <a:pt x="2359" y="10292"/>
                  </a:cubicBezTo>
                  <a:cubicBezTo>
                    <a:pt x="2260" y="10266"/>
                    <a:pt x="2162" y="10253"/>
                    <a:pt x="2068" y="10253"/>
                  </a:cubicBezTo>
                  <a:cubicBezTo>
                    <a:pt x="1519" y="10253"/>
                    <a:pt x="1069" y="10680"/>
                    <a:pt x="997" y="11219"/>
                  </a:cubicBezTo>
                  <a:cubicBezTo>
                    <a:pt x="380" y="11865"/>
                    <a:pt x="43" y="12679"/>
                    <a:pt x="43" y="13522"/>
                  </a:cubicBezTo>
                  <a:lnTo>
                    <a:pt x="43" y="13591"/>
                  </a:lnTo>
                  <a:cubicBezTo>
                    <a:pt x="43" y="13802"/>
                    <a:pt x="71" y="14012"/>
                    <a:pt x="112" y="14224"/>
                  </a:cubicBezTo>
                  <a:cubicBezTo>
                    <a:pt x="43" y="14406"/>
                    <a:pt x="0" y="14589"/>
                    <a:pt x="0" y="14771"/>
                  </a:cubicBezTo>
                  <a:cubicBezTo>
                    <a:pt x="0" y="15529"/>
                    <a:pt x="590" y="16146"/>
                    <a:pt x="1320" y="16203"/>
                  </a:cubicBezTo>
                  <a:cubicBezTo>
                    <a:pt x="1924" y="16695"/>
                    <a:pt x="2696" y="17017"/>
                    <a:pt x="3496" y="17101"/>
                  </a:cubicBezTo>
                  <a:cubicBezTo>
                    <a:pt x="3720" y="17303"/>
                    <a:pt x="4014" y="17405"/>
                    <a:pt x="4306" y="17405"/>
                  </a:cubicBezTo>
                  <a:cubicBezTo>
                    <a:pt x="4582" y="17405"/>
                    <a:pt x="4857" y="17314"/>
                    <a:pt x="5069" y="17129"/>
                  </a:cubicBezTo>
                  <a:lnTo>
                    <a:pt x="5855" y="17129"/>
                  </a:lnTo>
                  <a:cubicBezTo>
                    <a:pt x="6177" y="17129"/>
                    <a:pt x="6361" y="17270"/>
                    <a:pt x="6402" y="17326"/>
                  </a:cubicBezTo>
                  <a:lnTo>
                    <a:pt x="6402" y="19671"/>
                  </a:lnTo>
                  <a:lnTo>
                    <a:pt x="6810" y="19671"/>
                  </a:lnTo>
                  <a:lnTo>
                    <a:pt x="6810" y="17312"/>
                  </a:lnTo>
                  <a:cubicBezTo>
                    <a:pt x="6810" y="17060"/>
                    <a:pt x="6445" y="16723"/>
                    <a:pt x="5855" y="16723"/>
                  </a:cubicBezTo>
                  <a:lnTo>
                    <a:pt x="4914" y="16723"/>
                  </a:lnTo>
                  <a:lnTo>
                    <a:pt x="4858" y="16779"/>
                  </a:lnTo>
                  <a:cubicBezTo>
                    <a:pt x="4707" y="16930"/>
                    <a:pt x="4506" y="17003"/>
                    <a:pt x="4306" y="17003"/>
                  </a:cubicBezTo>
                  <a:cubicBezTo>
                    <a:pt x="4095" y="17003"/>
                    <a:pt x="3886" y="16922"/>
                    <a:pt x="3735" y="16764"/>
                  </a:cubicBezTo>
                  <a:lnTo>
                    <a:pt x="3678" y="16708"/>
                  </a:lnTo>
                  <a:lnTo>
                    <a:pt x="3609" y="16708"/>
                  </a:lnTo>
                  <a:cubicBezTo>
                    <a:pt x="2836" y="16638"/>
                    <a:pt x="2106" y="16329"/>
                    <a:pt x="1531" y="15852"/>
                  </a:cubicBezTo>
                  <a:lnTo>
                    <a:pt x="1475" y="15796"/>
                  </a:lnTo>
                  <a:lnTo>
                    <a:pt x="1404" y="15796"/>
                  </a:lnTo>
                  <a:cubicBezTo>
                    <a:pt x="857" y="15781"/>
                    <a:pt x="408" y="15332"/>
                    <a:pt x="408" y="14771"/>
                  </a:cubicBezTo>
                  <a:cubicBezTo>
                    <a:pt x="408" y="14630"/>
                    <a:pt x="436" y="14476"/>
                    <a:pt x="505" y="14336"/>
                  </a:cubicBezTo>
                  <a:lnTo>
                    <a:pt x="534" y="14265"/>
                  </a:lnTo>
                  <a:lnTo>
                    <a:pt x="520" y="14209"/>
                  </a:lnTo>
                  <a:cubicBezTo>
                    <a:pt x="477" y="13999"/>
                    <a:pt x="449" y="13788"/>
                    <a:pt x="449" y="13591"/>
                  </a:cubicBezTo>
                  <a:lnTo>
                    <a:pt x="449" y="13522"/>
                  </a:lnTo>
                  <a:cubicBezTo>
                    <a:pt x="449" y="12763"/>
                    <a:pt x="773" y="12019"/>
                    <a:pt x="1334" y="11444"/>
                  </a:cubicBezTo>
                  <a:lnTo>
                    <a:pt x="1391" y="11388"/>
                  </a:lnTo>
                  <a:lnTo>
                    <a:pt x="1391" y="11317"/>
                  </a:lnTo>
                  <a:cubicBezTo>
                    <a:pt x="1419" y="10952"/>
                    <a:pt x="1713" y="10658"/>
                    <a:pt x="2078" y="10658"/>
                  </a:cubicBezTo>
                  <a:cubicBezTo>
                    <a:pt x="2149" y="10658"/>
                    <a:pt x="2233" y="10671"/>
                    <a:pt x="2303" y="10699"/>
                  </a:cubicBezTo>
                  <a:lnTo>
                    <a:pt x="2387" y="10727"/>
                  </a:lnTo>
                  <a:lnTo>
                    <a:pt x="2458" y="10699"/>
                  </a:lnTo>
                  <a:cubicBezTo>
                    <a:pt x="2935" y="10489"/>
                    <a:pt x="3440" y="10390"/>
                    <a:pt x="3959" y="10390"/>
                  </a:cubicBezTo>
                  <a:lnTo>
                    <a:pt x="7638" y="10390"/>
                  </a:lnTo>
                  <a:lnTo>
                    <a:pt x="7694" y="10278"/>
                  </a:lnTo>
                  <a:cubicBezTo>
                    <a:pt x="7821" y="10053"/>
                    <a:pt x="8045" y="9913"/>
                    <a:pt x="8298" y="9913"/>
                  </a:cubicBezTo>
                  <a:cubicBezTo>
                    <a:pt x="8551" y="9913"/>
                    <a:pt x="8775" y="10053"/>
                    <a:pt x="8901" y="10278"/>
                  </a:cubicBezTo>
                  <a:lnTo>
                    <a:pt x="8957" y="10390"/>
                  </a:lnTo>
                  <a:lnTo>
                    <a:pt x="10853" y="10390"/>
                  </a:lnTo>
                  <a:cubicBezTo>
                    <a:pt x="11443" y="10390"/>
                    <a:pt x="11808" y="10053"/>
                    <a:pt x="11808" y="9801"/>
                  </a:cubicBezTo>
                  <a:lnTo>
                    <a:pt x="11808" y="9703"/>
                  </a:lnTo>
                  <a:cubicBezTo>
                    <a:pt x="11808" y="9464"/>
                    <a:pt x="11443" y="9127"/>
                    <a:pt x="10853" y="9127"/>
                  </a:cubicBezTo>
                  <a:lnTo>
                    <a:pt x="7147" y="9127"/>
                  </a:lnTo>
                  <a:lnTo>
                    <a:pt x="7091" y="9211"/>
                  </a:lnTo>
                  <a:cubicBezTo>
                    <a:pt x="6964" y="9407"/>
                    <a:pt x="6739" y="9520"/>
                    <a:pt x="6514" y="9520"/>
                  </a:cubicBezTo>
                  <a:cubicBezTo>
                    <a:pt x="6290" y="9520"/>
                    <a:pt x="6080" y="9407"/>
                    <a:pt x="5939" y="9211"/>
                  </a:cubicBezTo>
                  <a:lnTo>
                    <a:pt x="5883" y="9127"/>
                  </a:lnTo>
                  <a:lnTo>
                    <a:pt x="3959" y="9127"/>
                  </a:lnTo>
                  <a:cubicBezTo>
                    <a:pt x="3440" y="9127"/>
                    <a:pt x="2948" y="9029"/>
                    <a:pt x="2471" y="8818"/>
                  </a:cubicBezTo>
                  <a:lnTo>
                    <a:pt x="2345" y="8776"/>
                  </a:lnTo>
                  <a:lnTo>
                    <a:pt x="2246" y="8874"/>
                  </a:lnTo>
                  <a:cubicBezTo>
                    <a:pt x="2121" y="9001"/>
                    <a:pt x="1952" y="9085"/>
                    <a:pt x="1756" y="9085"/>
                  </a:cubicBezTo>
                  <a:cubicBezTo>
                    <a:pt x="1391" y="9085"/>
                    <a:pt x="1095" y="8776"/>
                    <a:pt x="1095" y="8411"/>
                  </a:cubicBezTo>
                  <a:cubicBezTo>
                    <a:pt x="1095" y="8299"/>
                    <a:pt x="1123" y="8187"/>
                    <a:pt x="1179" y="8088"/>
                  </a:cubicBezTo>
                  <a:lnTo>
                    <a:pt x="1236" y="7962"/>
                  </a:lnTo>
                  <a:lnTo>
                    <a:pt x="1151" y="7863"/>
                  </a:lnTo>
                  <a:cubicBezTo>
                    <a:pt x="689" y="7316"/>
                    <a:pt x="449" y="6670"/>
                    <a:pt x="449" y="5982"/>
                  </a:cubicBezTo>
                  <a:lnTo>
                    <a:pt x="449" y="5954"/>
                  </a:lnTo>
                  <a:cubicBezTo>
                    <a:pt x="449" y="4409"/>
                    <a:pt x="1685" y="3118"/>
                    <a:pt x="3384" y="2852"/>
                  </a:cubicBezTo>
                  <a:lnTo>
                    <a:pt x="3440" y="2852"/>
                  </a:lnTo>
                  <a:lnTo>
                    <a:pt x="3482" y="2809"/>
                  </a:lnTo>
                  <a:cubicBezTo>
                    <a:pt x="3658" y="2647"/>
                    <a:pt x="3885" y="2566"/>
                    <a:pt x="4111" y="2566"/>
                  </a:cubicBezTo>
                  <a:cubicBezTo>
                    <a:pt x="4317" y="2566"/>
                    <a:pt x="4522" y="2633"/>
                    <a:pt x="4689" y="2767"/>
                  </a:cubicBezTo>
                  <a:lnTo>
                    <a:pt x="4745" y="2809"/>
                  </a:lnTo>
                  <a:lnTo>
                    <a:pt x="5434" y="2809"/>
                  </a:lnTo>
                  <a:cubicBezTo>
                    <a:pt x="6024" y="2809"/>
                    <a:pt x="6389" y="2472"/>
                    <a:pt x="6389" y="2234"/>
                  </a:cubicBezTo>
                  <a:lnTo>
                    <a:pt x="640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" name="Google Shape;369;p34"/>
            <p:cNvSpPr/>
            <p:nvPr/>
          </p:nvSpPr>
          <p:spPr>
            <a:xfrm>
              <a:off x="4501275" y="1959000"/>
              <a:ext cx="297650" cy="491775"/>
            </a:xfrm>
            <a:custGeom>
              <a:rect b="b" l="l" r="r" t="t"/>
              <a:pathLst>
                <a:path extrusionOk="0" h="19671" w="11906">
                  <a:moveTo>
                    <a:pt x="6093" y="1"/>
                  </a:moveTo>
                  <a:lnTo>
                    <a:pt x="6080" y="2262"/>
                  </a:lnTo>
                  <a:cubicBezTo>
                    <a:pt x="6052" y="3975"/>
                    <a:pt x="4479" y="5364"/>
                    <a:pt x="2570" y="5364"/>
                  </a:cubicBezTo>
                  <a:lnTo>
                    <a:pt x="1095" y="5364"/>
                  </a:lnTo>
                  <a:cubicBezTo>
                    <a:pt x="604" y="5364"/>
                    <a:pt x="253" y="5617"/>
                    <a:pt x="169" y="5841"/>
                  </a:cubicBezTo>
                  <a:lnTo>
                    <a:pt x="0" y="6291"/>
                  </a:lnTo>
                  <a:lnTo>
                    <a:pt x="436" y="6094"/>
                  </a:lnTo>
                  <a:cubicBezTo>
                    <a:pt x="541" y="6045"/>
                    <a:pt x="651" y="6023"/>
                    <a:pt x="758" y="6023"/>
                  </a:cubicBezTo>
                  <a:cubicBezTo>
                    <a:pt x="1050" y="6023"/>
                    <a:pt x="1327" y="6192"/>
                    <a:pt x="1460" y="6459"/>
                  </a:cubicBezTo>
                  <a:lnTo>
                    <a:pt x="1516" y="6571"/>
                  </a:lnTo>
                  <a:lnTo>
                    <a:pt x="5939" y="6571"/>
                  </a:lnTo>
                  <a:lnTo>
                    <a:pt x="5996" y="6487"/>
                  </a:lnTo>
                  <a:cubicBezTo>
                    <a:pt x="6206" y="6193"/>
                    <a:pt x="6543" y="6024"/>
                    <a:pt x="6894" y="6024"/>
                  </a:cubicBezTo>
                  <a:cubicBezTo>
                    <a:pt x="7245" y="6024"/>
                    <a:pt x="7581" y="6193"/>
                    <a:pt x="7793" y="6487"/>
                  </a:cubicBezTo>
                  <a:lnTo>
                    <a:pt x="7849" y="6571"/>
                  </a:lnTo>
                  <a:lnTo>
                    <a:pt x="7989" y="6571"/>
                  </a:lnTo>
                  <a:cubicBezTo>
                    <a:pt x="9927" y="6571"/>
                    <a:pt x="11499" y="7975"/>
                    <a:pt x="11499" y="9703"/>
                  </a:cubicBezTo>
                  <a:lnTo>
                    <a:pt x="11499" y="9801"/>
                  </a:lnTo>
                  <a:cubicBezTo>
                    <a:pt x="11499" y="10826"/>
                    <a:pt x="10938" y="11781"/>
                    <a:pt x="10011" y="12370"/>
                  </a:cubicBezTo>
                  <a:lnTo>
                    <a:pt x="9940" y="12412"/>
                  </a:lnTo>
                  <a:lnTo>
                    <a:pt x="9927" y="12496"/>
                  </a:lnTo>
                  <a:cubicBezTo>
                    <a:pt x="9800" y="13002"/>
                    <a:pt x="9365" y="13353"/>
                    <a:pt x="8845" y="13353"/>
                  </a:cubicBezTo>
                  <a:cubicBezTo>
                    <a:pt x="8536" y="13353"/>
                    <a:pt x="8255" y="13226"/>
                    <a:pt x="8045" y="13002"/>
                  </a:cubicBezTo>
                  <a:lnTo>
                    <a:pt x="7989" y="12945"/>
                  </a:lnTo>
                  <a:lnTo>
                    <a:pt x="2935" y="12945"/>
                  </a:lnTo>
                  <a:lnTo>
                    <a:pt x="2879" y="13002"/>
                  </a:lnTo>
                  <a:cubicBezTo>
                    <a:pt x="2654" y="13226"/>
                    <a:pt x="2373" y="13353"/>
                    <a:pt x="2078" y="13353"/>
                  </a:cubicBezTo>
                  <a:cubicBezTo>
                    <a:pt x="1769" y="13353"/>
                    <a:pt x="1488" y="13226"/>
                    <a:pt x="1278" y="13002"/>
                  </a:cubicBezTo>
                  <a:lnTo>
                    <a:pt x="1222" y="12945"/>
                  </a:lnTo>
                  <a:lnTo>
                    <a:pt x="1095" y="12945"/>
                  </a:lnTo>
                  <a:cubicBezTo>
                    <a:pt x="506" y="12945"/>
                    <a:pt x="141" y="13282"/>
                    <a:pt x="141" y="13522"/>
                  </a:cubicBezTo>
                  <a:lnTo>
                    <a:pt x="141" y="13591"/>
                  </a:lnTo>
                  <a:cubicBezTo>
                    <a:pt x="141" y="13830"/>
                    <a:pt x="506" y="14167"/>
                    <a:pt x="1095" y="14167"/>
                  </a:cubicBezTo>
                  <a:lnTo>
                    <a:pt x="2991" y="14167"/>
                  </a:lnTo>
                  <a:cubicBezTo>
                    <a:pt x="3819" y="14167"/>
                    <a:pt x="4633" y="14448"/>
                    <a:pt x="5279" y="14939"/>
                  </a:cubicBezTo>
                  <a:lnTo>
                    <a:pt x="5335" y="14982"/>
                  </a:lnTo>
                  <a:lnTo>
                    <a:pt x="5434" y="14982"/>
                  </a:lnTo>
                  <a:cubicBezTo>
                    <a:pt x="5869" y="14982"/>
                    <a:pt x="6220" y="15332"/>
                    <a:pt x="6220" y="15768"/>
                  </a:cubicBezTo>
                  <a:cubicBezTo>
                    <a:pt x="6220" y="15824"/>
                    <a:pt x="6220" y="15880"/>
                    <a:pt x="6206" y="15950"/>
                  </a:cubicBezTo>
                  <a:lnTo>
                    <a:pt x="6178" y="16021"/>
                  </a:lnTo>
                  <a:lnTo>
                    <a:pt x="6220" y="16077"/>
                  </a:lnTo>
                  <a:cubicBezTo>
                    <a:pt x="6402" y="16470"/>
                    <a:pt x="6486" y="16891"/>
                    <a:pt x="6486" y="17312"/>
                  </a:cubicBezTo>
                  <a:lnTo>
                    <a:pt x="6486" y="19671"/>
                  </a:lnTo>
                  <a:lnTo>
                    <a:pt x="6894" y="19671"/>
                  </a:lnTo>
                  <a:lnTo>
                    <a:pt x="6894" y="17312"/>
                  </a:lnTo>
                  <a:cubicBezTo>
                    <a:pt x="6894" y="16848"/>
                    <a:pt x="6795" y="16399"/>
                    <a:pt x="6613" y="15978"/>
                  </a:cubicBezTo>
                  <a:cubicBezTo>
                    <a:pt x="6627" y="15894"/>
                    <a:pt x="6627" y="15838"/>
                    <a:pt x="6627" y="15768"/>
                  </a:cubicBezTo>
                  <a:cubicBezTo>
                    <a:pt x="6627" y="15122"/>
                    <a:pt x="6108" y="14589"/>
                    <a:pt x="5462" y="14574"/>
                  </a:cubicBezTo>
                  <a:cubicBezTo>
                    <a:pt x="4760" y="14055"/>
                    <a:pt x="3890" y="13760"/>
                    <a:pt x="2991" y="13760"/>
                  </a:cubicBezTo>
                  <a:lnTo>
                    <a:pt x="1095" y="13760"/>
                  </a:lnTo>
                  <a:cubicBezTo>
                    <a:pt x="773" y="13760"/>
                    <a:pt x="590" y="13619"/>
                    <a:pt x="548" y="13563"/>
                  </a:cubicBezTo>
                  <a:lnTo>
                    <a:pt x="548" y="13550"/>
                  </a:lnTo>
                  <a:cubicBezTo>
                    <a:pt x="590" y="13494"/>
                    <a:pt x="758" y="13353"/>
                    <a:pt x="1054" y="13353"/>
                  </a:cubicBezTo>
                  <a:cubicBezTo>
                    <a:pt x="1334" y="13606"/>
                    <a:pt x="1685" y="13746"/>
                    <a:pt x="2078" y="13746"/>
                  </a:cubicBezTo>
                  <a:cubicBezTo>
                    <a:pt x="2458" y="13746"/>
                    <a:pt x="2823" y="13606"/>
                    <a:pt x="3103" y="13339"/>
                  </a:cubicBezTo>
                  <a:lnTo>
                    <a:pt x="7821" y="13339"/>
                  </a:lnTo>
                  <a:cubicBezTo>
                    <a:pt x="8102" y="13606"/>
                    <a:pt x="8467" y="13746"/>
                    <a:pt x="8845" y="13746"/>
                  </a:cubicBezTo>
                  <a:cubicBezTo>
                    <a:pt x="9519" y="13746"/>
                    <a:pt x="10109" y="13310"/>
                    <a:pt x="10292" y="12665"/>
                  </a:cubicBezTo>
                  <a:cubicBezTo>
                    <a:pt x="11303" y="11991"/>
                    <a:pt x="11906" y="10938"/>
                    <a:pt x="11906" y="9801"/>
                  </a:cubicBezTo>
                  <a:lnTo>
                    <a:pt x="11906" y="9703"/>
                  </a:lnTo>
                  <a:cubicBezTo>
                    <a:pt x="11906" y="7779"/>
                    <a:pt x="10179" y="6193"/>
                    <a:pt x="8059" y="6165"/>
                  </a:cubicBezTo>
                  <a:cubicBezTo>
                    <a:pt x="7765" y="5828"/>
                    <a:pt x="7343" y="5617"/>
                    <a:pt x="6894" y="5617"/>
                  </a:cubicBezTo>
                  <a:cubicBezTo>
                    <a:pt x="6445" y="5617"/>
                    <a:pt x="6024" y="5828"/>
                    <a:pt x="5728" y="6165"/>
                  </a:cubicBezTo>
                  <a:lnTo>
                    <a:pt x="1756" y="6165"/>
                  </a:lnTo>
                  <a:cubicBezTo>
                    <a:pt x="1657" y="5996"/>
                    <a:pt x="1503" y="5856"/>
                    <a:pt x="1334" y="5772"/>
                  </a:cubicBezTo>
                  <a:lnTo>
                    <a:pt x="2570" y="5772"/>
                  </a:lnTo>
                  <a:cubicBezTo>
                    <a:pt x="4704" y="5772"/>
                    <a:pt x="6458" y="4199"/>
                    <a:pt x="6473" y="2262"/>
                  </a:cubicBezTo>
                  <a:lnTo>
                    <a:pt x="648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" name="Google Shape;370;p34"/>
            <p:cNvSpPr/>
            <p:nvPr/>
          </p:nvSpPr>
          <p:spPr>
            <a:xfrm>
              <a:off x="4527950" y="2240500"/>
              <a:ext cx="49525" cy="49525"/>
            </a:xfrm>
            <a:custGeom>
              <a:rect b="b" l="l" r="r" t="t"/>
              <a:pathLst>
                <a:path extrusionOk="0" h="1981" w="1981">
                  <a:moveTo>
                    <a:pt x="983" y="1"/>
                  </a:moveTo>
                  <a:cubicBezTo>
                    <a:pt x="449" y="1"/>
                    <a:pt x="0" y="450"/>
                    <a:pt x="0" y="998"/>
                  </a:cubicBezTo>
                  <a:cubicBezTo>
                    <a:pt x="0" y="1532"/>
                    <a:pt x="449" y="1981"/>
                    <a:pt x="983" y="1981"/>
                  </a:cubicBezTo>
                  <a:cubicBezTo>
                    <a:pt x="1531" y="1981"/>
                    <a:pt x="1980" y="1532"/>
                    <a:pt x="1980" y="998"/>
                  </a:cubicBezTo>
                  <a:cubicBezTo>
                    <a:pt x="1980" y="450"/>
                    <a:pt x="1531" y="1"/>
                    <a:pt x="98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" name="Google Shape;371;p34"/>
            <p:cNvSpPr/>
            <p:nvPr/>
          </p:nvSpPr>
          <p:spPr>
            <a:xfrm>
              <a:off x="4497425" y="2114525"/>
              <a:ext cx="40375" cy="40375"/>
            </a:xfrm>
            <a:custGeom>
              <a:rect b="b" l="l" r="r" t="t"/>
              <a:pathLst>
                <a:path extrusionOk="0" h="1615" w="1615">
                  <a:moveTo>
                    <a:pt x="815" y="0"/>
                  </a:moveTo>
                  <a:cubicBezTo>
                    <a:pt x="365" y="0"/>
                    <a:pt x="0" y="350"/>
                    <a:pt x="0" y="800"/>
                  </a:cubicBezTo>
                  <a:cubicBezTo>
                    <a:pt x="0" y="1249"/>
                    <a:pt x="365" y="1614"/>
                    <a:pt x="815" y="1614"/>
                  </a:cubicBezTo>
                  <a:cubicBezTo>
                    <a:pt x="1249" y="1614"/>
                    <a:pt x="1614" y="1249"/>
                    <a:pt x="1614" y="800"/>
                  </a:cubicBezTo>
                  <a:cubicBezTo>
                    <a:pt x="1614" y="350"/>
                    <a:pt x="1249" y="0"/>
                    <a:pt x="81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2" name="Google Shape;372;p34"/>
            <p:cNvSpPr/>
            <p:nvPr/>
          </p:nvSpPr>
          <p:spPr>
            <a:xfrm>
              <a:off x="4512500" y="2027475"/>
              <a:ext cx="40025" cy="40375"/>
            </a:xfrm>
            <a:custGeom>
              <a:rect b="b" l="l" r="r" t="t"/>
              <a:pathLst>
                <a:path extrusionOk="0" h="1615" w="1601">
                  <a:moveTo>
                    <a:pt x="801" y="0"/>
                  </a:moveTo>
                  <a:cubicBezTo>
                    <a:pt x="352" y="0"/>
                    <a:pt x="0" y="365"/>
                    <a:pt x="0" y="800"/>
                  </a:cubicBezTo>
                  <a:cubicBezTo>
                    <a:pt x="0" y="1249"/>
                    <a:pt x="352" y="1614"/>
                    <a:pt x="801" y="1614"/>
                  </a:cubicBezTo>
                  <a:cubicBezTo>
                    <a:pt x="1250" y="1614"/>
                    <a:pt x="1601" y="1249"/>
                    <a:pt x="1601" y="800"/>
                  </a:cubicBezTo>
                  <a:cubicBezTo>
                    <a:pt x="1601" y="365"/>
                    <a:pt x="1250" y="0"/>
                    <a:pt x="80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" name="Google Shape;373;p34"/>
            <p:cNvSpPr/>
            <p:nvPr/>
          </p:nvSpPr>
          <p:spPr>
            <a:xfrm>
              <a:off x="4649050" y="2112400"/>
              <a:ext cx="49500" cy="49500"/>
            </a:xfrm>
            <a:custGeom>
              <a:rect b="b" l="l" r="r" t="t"/>
              <a:pathLst>
                <a:path extrusionOk="0" h="1980" w="1980">
                  <a:moveTo>
                    <a:pt x="997" y="1"/>
                  </a:moveTo>
                  <a:cubicBezTo>
                    <a:pt x="450" y="1"/>
                    <a:pt x="0" y="450"/>
                    <a:pt x="0" y="984"/>
                  </a:cubicBezTo>
                  <a:cubicBezTo>
                    <a:pt x="0" y="1531"/>
                    <a:pt x="450" y="1980"/>
                    <a:pt x="997" y="1980"/>
                  </a:cubicBezTo>
                  <a:cubicBezTo>
                    <a:pt x="1530" y="1980"/>
                    <a:pt x="1979" y="1531"/>
                    <a:pt x="1979" y="984"/>
                  </a:cubicBezTo>
                  <a:cubicBezTo>
                    <a:pt x="1979" y="450"/>
                    <a:pt x="1530" y="1"/>
                    <a:pt x="99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" name="Google Shape;374;p34"/>
            <p:cNvSpPr/>
            <p:nvPr/>
          </p:nvSpPr>
          <p:spPr>
            <a:xfrm>
              <a:off x="4443700" y="2302975"/>
              <a:ext cx="49175" cy="49175"/>
            </a:xfrm>
            <a:custGeom>
              <a:rect b="b" l="l" r="r" t="t"/>
              <a:pathLst>
                <a:path extrusionOk="0" h="1967" w="1967">
                  <a:moveTo>
                    <a:pt x="983" y="1"/>
                  </a:moveTo>
                  <a:cubicBezTo>
                    <a:pt x="436" y="1"/>
                    <a:pt x="1" y="436"/>
                    <a:pt x="1" y="983"/>
                  </a:cubicBezTo>
                  <a:cubicBezTo>
                    <a:pt x="1" y="1532"/>
                    <a:pt x="436" y="1966"/>
                    <a:pt x="983" y="1966"/>
                  </a:cubicBezTo>
                  <a:cubicBezTo>
                    <a:pt x="1532" y="1966"/>
                    <a:pt x="1966" y="1532"/>
                    <a:pt x="1966" y="983"/>
                  </a:cubicBezTo>
                  <a:cubicBezTo>
                    <a:pt x="1966" y="436"/>
                    <a:pt x="1532" y="1"/>
                    <a:pt x="98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" name="Google Shape;375;p34"/>
            <p:cNvSpPr/>
            <p:nvPr/>
          </p:nvSpPr>
          <p:spPr>
            <a:xfrm>
              <a:off x="4623075" y="2210675"/>
              <a:ext cx="27725" cy="27750"/>
            </a:xfrm>
            <a:custGeom>
              <a:rect b="b" l="l" r="r" t="t"/>
              <a:pathLst>
                <a:path extrusionOk="0" h="1110" w="1109">
                  <a:moveTo>
                    <a:pt x="562" y="1"/>
                  </a:moveTo>
                  <a:cubicBezTo>
                    <a:pt x="253" y="1"/>
                    <a:pt x="0" y="239"/>
                    <a:pt x="0" y="548"/>
                  </a:cubicBezTo>
                  <a:cubicBezTo>
                    <a:pt x="0" y="857"/>
                    <a:pt x="253" y="1109"/>
                    <a:pt x="562" y="1109"/>
                  </a:cubicBezTo>
                  <a:cubicBezTo>
                    <a:pt x="856" y="1109"/>
                    <a:pt x="1109" y="857"/>
                    <a:pt x="1109" y="548"/>
                  </a:cubicBezTo>
                  <a:cubicBezTo>
                    <a:pt x="1109" y="239"/>
                    <a:pt x="856" y="1"/>
                    <a:pt x="56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" name="Google Shape;376;p34"/>
            <p:cNvSpPr/>
            <p:nvPr/>
          </p:nvSpPr>
          <p:spPr>
            <a:xfrm>
              <a:off x="4522700" y="2350725"/>
              <a:ext cx="31250" cy="30900"/>
            </a:xfrm>
            <a:custGeom>
              <a:rect b="b" l="l" r="r" t="t"/>
              <a:pathLst>
                <a:path extrusionOk="0" h="1236" w="1250">
                  <a:moveTo>
                    <a:pt x="618" y="0"/>
                  </a:moveTo>
                  <a:cubicBezTo>
                    <a:pt x="281" y="0"/>
                    <a:pt x="0" y="281"/>
                    <a:pt x="0" y="618"/>
                  </a:cubicBezTo>
                  <a:cubicBezTo>
                    <a:pt x="0" y="969"/>
                    <a:pt x="281" y="1236"/>
                    <a:pt x="618" y="1236"/>
                  </a:cubicBezTo>
                  <a:cubicBezTo>
                    <a:pt x="968" y="1236"/>
                    <a:pt x="1249" y="969"/>
                    <a:pt x="1249" y="618"/>
                  </a:cubicBezTo>
                  <a:cubicBezTo>
                    <a:pt x="1249" y="281"/>
                    <a:pt x="968" y="0"/>
                    <a:pt x="61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" name="Google Shape;377;p34"/>
            <p:cNvSpPr/>
            <p:nvPr/>
          </p:nvSpPr>
          <p:spPr>
            <a:xfrm>
              <a:off x="4618850" y="2338075"/>
              <a:ext cx="34075" cy="34100"/>
            </a:xfrm>
            <a:custGeom>
              <a:rect b="b" l="l" r="r" t="t"/>
              <a:pathLst>
                <a:path extrusionOk="0" h="1364" w="1363">
                  <a:moveTo>
                    <a:pt x="688" y="1"/>
                  </a:moveTo>
                  <a:cubicBezTo>
                    <a:pt x="310" y="1"/>
                    <a:pt x="1" y="296"/>
                    <a:pt x="1" y="675"/>
                  </a:cubicBezTo>
                  <a:cubicBezTo>
                    <a:pt x="1" y="1054"/>
                    <a:pt x="310" y="1363"/>
                    <a:pt x="688" y="1363"/>
                  </a:cubicBezTo>
                  <a:cubicBezTo>
                    <a:pt x="1053" y="1363"/>
                    <a:pt x="1362" y="1054"/>
                    <a:pt x="1362" y="675"/>
                  </a:cubicBezTo>
                  <a:cubicBezTo>
                    <a:pt x="1362" y="296"/>
                    <a:pt x="1053" y="1"/>
                    <a:pt x="68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" name="Google Shape;378;p34"/>
            <p:cNvSpPr/>
            <p:nvPr/>
          </p:nvSpPr>
          <p:spPr>
            <a:xfrm>
              <a:off x="4579875" y="2168200"/>
              <a:ext cx="25675" cy="25650"/>
            </a:xfrm>
            <a:custGeom>
              <a:rect b="b" l="l" r="r" t="t"/>
              <a:pathLst>
                <a:path extrusionOk="0" h="1026" w="1027">
                  <a:moveTo>
                    <a:pt x="521" y="1"/>
                  </a:moveTo>
                  <a:cubicBezTo>
                    <a:pt x="226" y="1"/>
                    <a:pt x="1" y="225"/>
                    <a:pt x="1" y="506"/>
                  </a:cubicBezTo>
                  <a:cubicBezTo>
                    <a:pt x="1" y="801"/>
                    <a:pt x="226" y="1026"/>
                    <a:pt x="521" y="1026"/>
                  </a:cubicBezTo>
                  <a:cubicBezTo>
                    <a:pt x="802" y="1026"/>
                    <a:pt x="1026" y="801"/>
                    <a:pt x="1026" y="506"/>
                  </a:cubicBezTo>
                  <a:cubicBezTo>
                    <a:pt x="1026" y="225"/>
                    <a:pt x="802" y="1"/>
                    <a:pt x="52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" name="Google Shape;379;p34"/>
            <p:cNvSpPr/>
            <p:nvPr/>
          </p:nvSpPr>
          <p:spPr>
            <a:xfrm>
              <a:off x="4460925" y="2156975"/>
              <a:ext cx="25625" cy="26000"/>
            </a:xfrm>
            <a:custGeom>
              <a:rect b="b" l="l" r="r" t="t"/>
              <a:pathLst>
                <a:path extrusionOk="0" h="1040" w="1025">
                  <a:moveTo>
                    <a:pt x="506" y="0"/>
                  </a:moveTo>
                  <a:cubicBezTo>
                    <a:pt x="225" y="0"/>
                    <a:pt x="0" y="239"/>
                    <a:pt x="0" y="520"/>
                  </a:cubicBezTo>
                  <a:cubicBezTo>
                    <a:pt x="0" y="815"/>
                    <a:pt x="225" y="1039"/>
                    <a:pt x="506" y="1039"/>
                  </a:cubicBezTo>
                  <a:cubicBezTo>
                    <a:pt x="800" y="1039"/>
                    <a:pt x="1024" y="815"/>
                    <a:pt x="1024" y="520"/>
                  </a:cubicBezTo>
                  <a:cubicBezTo>
                    <a:pt x="1024" y="239"/>
                    <a:pt x="800" y="0"/>
                    <a:pt x="50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" name="Google Shape;380;p34"/>
            <p:cNvSpPr/>
            <p:nvPr/>
          </p:nvSpPr>
          <p:spPr>
            <a:xfrm>
              <a:off x="4468275" y="2230675"/>
              <a:ext cx="26000" cy="25650"/>
            </a:xfrm>
            <a:custGeom>
              <a:rect b="b" l="l" r="r" t="t"/>
              <a:pathLst>
                <a:path extrusionOk="0" h="1026" w="1040">
                  <a:moveTo>
                    <a:pt x="520" y="1"/>
                  </a:moveTo>
                  <a:cubicBezTo>
                    <a:pt x="240" y="1"/>
                    <a:pt x="0" y="225"/>
                    <a:pt x="0" y="506"/>
                  </a:cubicBezTo>
                  <a:cubicBezTo>
                    <a:pt x="0" y="801"/>
                    <a:pt x="240" y="1026"/>
                    <a:pt x="520" y="1026"/>
                  </a:cubicBezTo>
                  <a:cubicBezTo>
                    <a:pt x="801" y="1026"/>
                    <a:pt x="1039" y="801"/>
                    <a:pt x="1039" y="506"/>
                  </a:cubicBezTo>
                  <a:cubicBezTo>
                    <a:pt x="1039" y="225"/>
                    <a:pt x="801" y="1"/>
                    <a:pt x="52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1" name="Google Shape;381;p34"/>
            <p:cNvSpPr/>
            <p:nvPr/>
          </p:nvSpPr>
          <p:spPr>
            <a:xfrm>
              <a:off x="4695725" y="2238400"/>
              <a:ext cx="51625" cy="51625"/>
            </a:xfrm>
            <a:custGeom>
              <a:rect b="b" l="l" r="r" t="t"/>
              <a:pathLst>
                <a:path extrusionOk="0" h="2065" w="2065">
                  <a:moveTo>
                    <a:pt x="1039" y="0"/>
                  </a:moveTo>
                  <a:cubicBezTo>
                    <a:pt x="464" y="0"/>
                    <a:pt x="0" y="464"/>
                    <a:pt x="0" y="1026"/>
                  </a:cubicBezTo>
                  <a:cubicBezTo>
                    <a:pt x="0" y="1601"/>
                    <a:pt x="464" y="2065"/>
                    <a:pt x="1039" y="2065"/>
                  </a:cubicBezTo>
                  <a:cubicBezTo>
                    <a:pt x="1601" y="2065"/>
                    <a:pt x="2064" y="1601"/>
                    <a:pt x="2064" y="1026"/>
                  </a:cubicBezTo>
                  <a:cubicBezTo>
                    <a:pt x="2064" y="464"/>
                    <a:pt x="1601" y="0"/>
                    <a:pt x="103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" name="Google Shape;382;p34"/>
            <p:cNvSpPr/>
            <p:nvPr/>
          </p:nvSpPr>
          <p:spPr>
            <a:xfrm>
              <a:off x="4558725" y="2320550"/>
              <a:ext cx="57450" cy="52650"/>
            </a:xfrm>
            <a:custGeom>
              <a:rect b="b" l="l" r="r" t="t"/>
              <a:pathLst>
                <a:path extrusionOk="0" h="2106" w="2298">
                  <a:moveTo>
                    <a:pt x="1152" y="1"/>
                  </a:moveTo>
                  <a:cubicBezTo>
                    <a:pt x="513" y="1"/>
                    <a:pt x="0" y="563"/>
                    <a:pt x="103" y="1222"/>
                  </a:cubicBezTo>
                  <a:cubicBezTo>
                    <a:pt x="173" y="1671"/>
                    <a:pt x="538" y="2036"/>
                    <a:pt x="987" y="2092"/>
                  </a:cubicBezTo>
                  <a:cubicBezTo>
                    <a:pt x="1046" y="2101"/>
                    <a:pt x="1103" y="2106"/>
                    <a:pt x="1159" y="2106"/>
                  </a:cubicBezTo>
                  <a:cubicBezTo>
                    <a:pt x="1797" y="2106"/>
                    <a:pt x="2298" y="1542"/>
                    <a:pt x="2195" y="885"/>
                  </a:cubicBezTo>
                  <a:cubicBezTo>
                    <a:pt x="2125" y="435"/>
                    <a:pt x="1760" y="70"/>
                    <a:pt x="1324" y="14"/>
                  </a:cubicBezTo>
                  <a:cubicBezTo>
                    <a:pt x="1266" y="5"/>
                    <a:pt x="1209" y="1"/>
                    <a:pt x="115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" name="Google Shape;383;p34"/>
            <p:cNvSpPr/>
            <p:nvPr/>
          </p:nvSpPr>
          <p:spPr>
            <a:xfrm>
              <a:off x="4445100" y="2095200"/>
              <a:ext cx="46725" cy="46725"/>
            </a:xfrm>
            <a:custGeom>
              <a:rect b="b" l="l" r="r" t="t"/>
              <a:pathLst>
                <a:path extrusionOk="0" h="1869" w="1869">
                  <a:moveTo>
                    <a:pt x="942" y="0"/>
                  </a:moveTo>
                  <a:cubicBezTo>
                    <a:pt x="422" y="0"/>
                    <a:pt x="1" y="421"/>
                    <a:pt x="1" y="927"/>
                  </a:cubicBezTo>
                  <a:cubicBezTo>
                    <a:pt x="1" y="1447"/>
                    <a:pt x="422" y="1868"/>
                    <a:pt x="942" y="1868"/>
                  </a:cubicBezTo>
                  <a:cubicBezTo>
                    <a:pt x="1447" y="1868"/>
                    <a:pt x="1869" y="1447"/>
                    <a:pt x="1869" y="927"/>
                  </a:cubicBezTo>
                  <a:cubicBezTo>
                    <a:pt x="1869" y="421"/>
                    <a:pt x="1447" y="0"/>
                    <a:pt x="94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" name="Google Shape;384;p34"/>
            <p:cNvSpPr/>
            <p:nvPr/>
          </p:nvSpPr>
          <p:spPr>
            <a:xfrm>
              <a:off x="4560225" y="2030625"/>
              <a:ext cx="54450" cy="54075"/>
            </a:xfrm>
            <a:custGeom>
              <a:rect b="b" l="l" r="r" t="t"/>
              <a:pathLst>
                <a:path extrusionOk="0" h="2163" w="2178">
                  <a:moveTo>
                    <a:pt x="1096" y="0"/>
                  </a:moveTo>
                  <a:cubicBezTo>
                    <a:pt x="493" y="0"/>
                    <a:pt x="1" y="477"/>
                    <a:pt x="1" y="1082"/>
                  </a:cubicBezTo>
                  <a:cubicBezTo>
                    <a:pt x="1" y="1685"/>
                    <a:pt x="493" y="2162"/>
                    <a:pt x="1096" y="2162"/>
                  </a:cubicBezTo>
                  <a:cubicBezTo>
                    <a:pt x="1686" y="2162"/>
                    <a:pt x="2177" y="1685"/>
                    <a:pt x="2177" y="1082"/>
                  </a:cubicBezTo>
                  <a:cubicBezTo>
                    <a:pt x="2177" y="477"/>
                    <a:pt x="1686" y="0"/>
                    <a:pt x="10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85" name="Google Shape;385;p34"/>
          <p:cNvGrpSpPr/>
          <p:nvPr/>
        </p:nvGrpSpPr>
        <p:grpSpPr>
          <a:xfrm>
            <a:off x="955134" y="1984816"/>
            <a:ext cx="353757" cy="352833"/>
            <a:chOff x="-28461325" y="3545475"/>
            <a:chExt cx="296950" cy="296175"/>
          </a:xfrm>
        </p:grpSpPr>
        <p:sp>
          <p:nvSpPr>
            <p:cNvPr id="386" name="Google Shape;386;p34"/>
            <p:cNvSpPr/>
            <p:nvPr/>
          </p:nvSpPr>
          <p:spPr>
            <a:xfrm>
              <a:off x="-28461325" y="3666775"/>
              <a:ext cx="34675" cy="52775"/>
            </a:xfrm>
            <a:custGeom>
              <a:rect b="b" l="l" r="r" t="t"/>
              <a:pathLst>
                <a:path extrusionOk="0" h="2111" w="1387">
                  <a:moveTo>
                    <a:pt x="0" y="0"/>
                  </a:moveTo>
                  <a:lnTo>
                    <a:pt x="0" y="2111"/>
                  </a:lnTo>
                  <a:lnTo>
                    <a:pt x="1386" y="2111"/>
                  </a:lnTo>
                  <a:lnTo>
                    <a:pt x="138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" name="Google Shape;387;p34"/>
            <p:cNvSpPr/>
            <p:nvPr/>
          </p:nvSpPr>
          <p:spPr>
            <a:xfrm>
              <a:off x="-28461325" y="3737650"/>
              <a:ext cx="52775" cy="17350"/>
            </a:xfrm>
            <a:custGeom>
              <a:rect b="b" l="l" r="r" t="t"/>
              <a:pathLst>
                <a:path extrusionOk="0" h="694" w="2111">
                  <a:moveTo>
                    <a:pt x="0" y="1"/>
                  </a:moveTo>
                  <a:lnTo>
                    <a:pt x="0" y="694"/>
                  </a:lnTo>
                  <a:lnTo>
                    <a:pt x="1733" y="694"/>
                  </a:lnTo>
                  <a:cubicBezTo>
                    <a:pt x="1954" y="694"/>
                    <a:pt x="2111" y="536"/>
                    <a:pt x="2111" y="347"/>
                  </a:cubicBezTo>
                  <a:cubicBezTo>
                    <a:pt x="2111" y="158"/>
                    <a:pt x="1954" y="1"/>
                    <a:pt x="173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" name="Google Shape;388;p34"/>
            <p:cNvSpPr/>
            <p:nvPr/>
          </p:nvSpPr>
          <p:spPr>
            <a:xfrm>
              <a:off x="-28461325" y="3632100"/>
              <a:ext cx="52775" cy="17375"/>
            </a:xfrm>
            <a:custGeom>
              <a:rect b="b" l="l" r="r" t="t"/>
              <a:pathLst>
                <a:path extrusionOk="0" h="695" w="2111">
                  <a:moveTo>
                    <a:pt x="0" y="1"/>
                  </a:moveTo>
                  <a:lnTo>
                    <a:pt x="0" y="694"/>
                  </a:lnTo>
                  <a:lnTo>
                    <a:pt x="1733" y="694"/>
                  </a:lnTo>
                  <a:cubicBezTo>
                    <a:pt x="1954" y="694"/>
                    <a:pt x="2111" y="537"/>
                    <a:pt x="2111" y="348"/>
                  </a:cubicBezTo>
                  <a:cubicBezTo>
                    <a:pt x="2111" y="159"/>
                    <a:pt x="1954" y="1"/>
                    <a:pt x="173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" name="Google Shape;389;p34"/>
            <p:cNvSpPr/>
            <p:nvPr/>
          </p:nvSpPr>
          <p:spPr>
            <a:xfrm>
              <a:off x="-28460550" y="3545475"/>
              <a:ext cx="296175" cy="296175"/>
            </a:xfrm>
            <a:custGeom>
              <a:rect b="b" l="l" r="r" t="t"/>
              <a:pathLst>
                <a:path extrusionOk="0" h="11847" w="11847">
                  <a:moveTo>
                    <a:pt x="2427" y="0"/>
                  </a:moveTo>
                  <a:cubicBezTo>
                    <a:pt x="1072" y="0"/>
                    <a:pt x="1" y="1103"/>
                    <a:pt x="1" y="2426"/>
                  </a:cubicBezTo>
                  <a:lnTo>
                    <a:pt x="1" y="2804"/>
                  </a:lnTo>
                  <a:lnTo>
                    <a:pt x="1355" y="2804"/>
                  </a:lnTo>
                  <a:lnTo>
                    <a:pt x="1355" y="2426"/>
                  </a:lnTo>
                  <a:cubicBezTo>
                    <a:pt x="1355" y="1859"/>
                    <a:pt x="1828" y="1418"/>
                    <a:pt x="2395" y="1418"/>
                  </a:cubicBezTo>
                  <a:lnTo>
                    <a:pt x="9358" y="1418"/>
                  </a:lnTo>
                  <a:cubicBezTo>
                    <a:pt x="9956" y="1418"/>
                    <a:pt x="10366" y="1891"/>
                    <a:pt x="10366" y="2426"/>
                  </a:cubicBezTo>
                  <a:lnTo>
                    <a:pt x="10366" y="9420"/>
                  </a:lnTo>
                  <a:cubicBezTo>
                    <a:pt x="10366" y="9987"/>
                    <a:pt x="9893" y="10429"/>
                    <a:pt x="9358" y="10429"/>
                  </a:cubicBezTo>
                  <a:lnTo>
                    <a:pt x="2395" y="10429"/>
                  </a:lnTo>
                  <a:cubicBezTo>
                    <a:pt x="1797" y="10429"/>
                    <a:pt x="1355" y="9956"/>
                    <a:pt x="1355" y="9420"/>
                  </a:cubicBezTo>
                  <a:lnTo>
                    <a:pt x="1355" y="9042"/>
                  </a:lnTo>
                  <a:lnTo>
                    <a:pt x="1" y="9042"/>
                  </a:lnTo>
                  <a:lnTo>
                    <a:pt x="1" y="9420"/>
                  </a:lnTo>
                  <a:cubicBezTo>
                    <a:pt x="1" y="10744"/>
                    <a:pt x="1103" y="11846"/>
                    <a:pt x="2427" y="11846"/>
                  </a:cubicBezTo>
                  <a:lnTo>
                    <a:pt x="9389" y="11846"/>
                  </a:lnTo>
                  <a:cubicBezTo>
                    <a:pt x="10744" y="11846"/>
                    <a:pt x="11847" y="10744"/>
                    <a:pt x="11847" y="9420"/>
                  </a:cubicBezTo>
                  <a:lnTo>
                    <a:pt x="11847" y="2426"/>
                  </a:lnTo>
                  <a:cubicBezTo>
                    <a:pt x="11847" y="1103"/>
                    <a:pt x="10744" y="0"/>
                    <a:pt x="938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" name="Google Shape;390;p34"/>
            <p:cNvSpPr/>
            <p:nvPr/>
          </p:nvSpPr>
          <p:spPr>
            <a:xfrm>
              <a:off x="-28347925" y="3649450"/>
              <a:ext cx="86675" cy="86650"/>
            </a:xfrm>
            <a:custGeom>
              <a:rect b="b" l="l" r="r" t="t"/>
              <a:pathLst>
                <a:path extrusionOk="0" h="3466" w="3467">
                  <a:moveTo>
                    <a:pt x="1387" y="0"/>
                  </a:moveTo>
                  <a:lnTo>
                    <a:pt x="1387" y="1040"/>
                  </a:lnTo>
                  <a:cubicBezTo>
                    <a:pt x="1387" y="1229"/>
                    <a:pt x="1230" y="1386"/>
                    <a:pt x="1041" y="1386"/>
                  </a:cubicBezTo>
                  <a:lnTo>
                    <a:pt x="1" y="1386"/>
                  </a:lnTo>
                  <a:lnTo>
                    <a:pt x="1" y="2111"/>
                  </a:lnTo>
                  <a:lnTo>
                    <a:pt x="1041" y="2111"/>
                  </a:lnTo>
                  <a:cubicBezTo>
                    <a:pt x="1230" y="2111"/>
                    <a:pt x="1387" y="2268"/>
                    <a:pt x="1387" y="2457"/>
                  </a:cubicBezTo>
                  <a:lnTo>
                    <a:pt x="1387" y="3466"/>
                  </a:lnTo>
                  <a:lnTo>
                    <a:pt x="2080" y="3466"/>
                  </a:lnTo>
                  <a:lnTo>
                    <a:pt x="2080" y="2457"/>
                  </a:lnTo>
                  <a:cubicBezTo>
                    <a:pt x="2080" y="2268"/>
                    <a:pt x="2238" y="2111"/>
                    <a:pt x="2458" y="2111"/>
                  </a:cubicBezTo>
                  <a:lnTo>
                    <a:pt x="3467" y="2111"/>
                  </a:lnTo>
                  <a:lnTo>
                    <a:pt x="3467" y="1386"/>
                  </a:lnTo>
                  <a:lnTo>
                    <a:pt x="2458" y="1386"/>
                  </a:lnTo>
                  <a:cubicBezTo>
                    <a:pt x="2238" y="1386"/>
                    <a:pt x="2080" y="1229"/>
                    <a:pt x="2080" y="1040"/>
                  </a:cubicBezTo>
                  <a:lnTo>
                    <a:pt x="208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" name="Google Shape;391;p34"/>
            <p:cNvSpPr/>
            <p:nvPr/>
          </p:nvSpPr>
          <p:spPr>
            <a:xfrm>
              <a:off x="-28408550" y="3597450"/>
              <a:ext cx="191400" cy="192200"/>
            </a:xfrm>
            <a:custGeom>
              <a:rect b="b" l="l" r="r" t="t"/>
              <a:pathLst>
                <a:path extrusionOk="0" h="7688" w="7656">
                  <a:moveTo>
                    <a:pt x="4883" y="1418"/>
                  </a:moveTo>
                  <a:cubicBezTo>
                    <a:pt x="5072" y="1418"/>
                    <a:pt x="5230" y="1576"/>
                    <a:pt x="5230" y="1765"/>
                  </a:cubicBezTo>
                  <a:lnTo>
                    <a:pt x="5230" y="2805"/>
                  </a:lnTo>
                  <a:lnTo>
                    <a:pt x="6238" y="2805"/>
                  </a:lnTo>
                  <a:cubicBezTo>
                    <a:pt x="6459" y="2805"/>
                    <a:pt x="6616" y="2962"/>
                    <a:pt x="6616" y="3151"/>
                  </a:cubicBezTo>
                  <a:lnTo>
                    <a:pt x="6616" y="4537"/>
                  </a:lnTo>
                  <a:cubicBezTo>
                    <a:pt x="6616" y="4726"/>
                    <a:pt x="6459" y="4884"/>
                    <a:pt x="6238" y="4884"/>
                  </a:cubicBezTo>
                  <a:lnTo>
                    <a:pt x="5230" y="4884"/>
                  </a:lnTo>
                  <a:lnTo>
                    <a:pt x="5230" y="5924"/>
                  </a:lnTo>
                  <a:cubicBezTo>
                    <a:pt x="5230" y="6113"/>
                    <a:pt x="5072" y="6270"/>
                    <a:pt x="4883" y="6270"/>
                  </a:cubicBezTo>
                  <a:lnTo>
                    <a:pt x="3497" y="6270"/>
                  </a:lnTo>
                  <a:cubicBezTo>
                    <a:pt x="3308" y="6270"/>
                    <a:pt x="3151" y="6113"/>
                    <a:pt x="3151" y="5924"/>
                  </a:cubicBezTo>
                  <a:lnTo>
                    <a:pt x="3151" y="4884"/>
                  </a:lnTo>
                  <a:lnTo>
                    <a:pt x="2111" y="4884"/>
                  </a:lnTo>
                  <a:cubicBezTo>
                    <a:pt x="1922" y="4884"/>
                    <a:pt x="1764" y="4726"/>
                    <a:pt x="1764" y="4537"/>
                  </a:cubicBezTo>
                  <a:lnTo>
                    <a:pt x="1764" y="3151"/>
                  </a:lnTo>
                  <a:cubicBezTo>
                    <a:pt x="1764" y="2962"/>
                    <a:pt x="1922" y="2805"/>
                    <a:pt x="2111" y="2805"/>
                  </a:cubicBezTo>
                  <a:lnTo>
                    <a:pt x="3151" y="2805"/>
                  </a:lnTo>
                  <a:lnTo>
                    <a:pt x="3151" y="1765"/>
                  </a:lnTo>
                  <a:cubicBezTo>
                    <a:pt x="3151" y="1576"/>
                    <a:pt x="3308" y="1418"/>
                    <a:pt x="3497" y="1418"/>
                  </a:cubicBezTo>
                  <a:close/>
                  <a:moveTo>
                    <a:pt x="347" y="1"/>
                  </a:moveTo>
                  <a:cubicBezTo>
                    <a:pt x="158" y="1"/>
                    <a:pt x="0" y="158"/>
                    <a:pt x="0" y="347"/>
                  </a:cubicBezTo>
                  <a:lnTo>
                    <a:pt x="0" y="757"/>
                  </a:lnTo>
                  <a:cubicBezTo>
                    <a:pt x="378" y="914"/>
                    <a:pt x="693" y="1261"/>
                    <a:pt x="693" y="1734"/>
                  </a:cubicBezTo>
                  <a:cubicBezTo>
                    <a:pt x="693" y="2175"/>
                    <a:pt x="378" y="2553"/>
                    <a:pt x="0" y="2710"/>
                  </a:cubicBezTo>
                  <a:lnTo>
                    <a:pt x="0" y="4979"/>
                  </a:lnTo>
                  <a:cubicBezTo>
                    <a:pt x="378" y="5136"/>
                    <a:pt x="693" y="5483"/>
                    <a:pt x="693" y="5955"/>
                  </a:cubicBezTo>
                  <a:cubicBezTo>
                    <a:pt x="693" y="6396"/>
                    <a:pt x="441" y="6774"/>
                    <a:pt x="0" y="6932"/>
                  </a:cubicBezTo>
                  <a:lnTo>
                    <a:pt x="0" y="7341"/>
                  </a:lnTo>
                  <a:cubicBezTo>
                    <a:pt x="0" y="7530"/>
                    <a:pt x="158" y="7688"/>
                    <a:pt x="347" y="7688"/>
                  </a:cubicBezTo>
                  <a:lnTo>
                    <a:pt x="7309" y="7688"/>
                  </a:lnTo>
                  <a:cubicBezTo>
                    <a:pt x="7498" y="7688"/>
                    <a:pt x="7656" y="7530"/>
                    <a:pt x="7656" y="7341"/>
                  </a:cubicBezTo>
                  <a:lnTo>
                    <a:pt x="7656" y="347"/>
                  </a:lnTo>
                  <a:cubicBezTo>
                    <a:pt x="7656" y="158"/>
                    <a:pt x="7498" y="1"/>
                    <a:pt x="730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92" name="Google Shape;392;p34"/>
          <p:cNvGrpSpPr/>
          <p:nvPr/>
        </p:nvGrpSpPr>
        <p:grpSpPr>
          <a:xfrm>
            <a:off x="953734" y="3624295"/>
            <a:ext cx="356556" cy="349557"/>
            <a:chOff x="-22863675" y="3131775"/>
            <a:chExt cx="299300" cy="293425"/>
          </a:xfrm>
        </p:grpSpPr>
        <p:sp>
          <p:nvSpPr>
            <p:cNvPr id="393" name="Google Shape;393;p34"/>
            <p:cNvSpPr/>
            <p:nvPr/>
          </p:nvSpPr>
          <p:spPr>
            <a:xfrm>
              <a:off x="-22863675" y="3131775"/>
              <a:ext cx="299300" cy="293425"/>
            </a:xfrm>
            <a:custGeom>
              <a:rect b="b" l="l" r="r" t="t"/>
              <a:pathLst>
                <a:path extrusionOk="0" h="11737" w="11972">
                  <a:moveTo>
                    <a:pt x="3214" y="5522"/>
                  </a:moveTo>
                  <a:cubicBezTo>
                    <a:pt x="3403" y="5522"/>
                    <a:pt x="3560" y="5679"/>
                    <a:pt x="3560" y="5868"/>
                  </a:cubicBezTo>
                  <a:cubicBezTo>
                    <a:pt x="3560" y="6057"/>
                    <a:pt x="3403" y="6215"/>
                    <a:pt x="3214" y="6215"/>
                  </a:cubicBezTo>
                  <a:cubicBezTo>
                    <a:pt x="3024" y="6215"/>
                    <a:pt x="2867" y="6057"/>
                    <a:pt x="2867" y="5868"/>
                  </a:cubicBezTo>
                  <a:cubicBezTo>
                    <a:pt x="2867" y="5679"/>
                    <a:pt x="3024" y="5522"/>
                    <a:pt x="3214" y="5522"/>
                  </a:cubicBezTo>
                  <a:close/>
                  <a:moveTo>
                    <a:pt x="5986" y="2749"/>
                  </a:moveTo>
                  <a:cubicBezTo>
                    <a:pt x="6931" y="2749"/>
                    <a:pt x="7719" y="3537"/>
                    <a:pt x="7719" y="4482"/>
                  </a:cubicBezTo>
                  <a:cubicBezTo>
                    <a:pt x="7719" y="5427"/>
                    <a:pt x="6963" y="6215"/>
                    <a:pt x="5986" y="6215"/>
                  </a:cubicBezTo>
                  <a:cubicBezTo>
                    <a:pt x="5041" y="6215"/>
                    <a:pt x="4253" y="5427"/>
                    <a:pt x="4253" y="4482"/>
                  </a:cubicBezTo>
                  <a:cubicBezTo>
                    <a:pt x="4253" y="3537"/>
                    <a:pt x="5041" y="2749"/>
                    <a:pt x="5986" y="2749"/>
                  </a:cubicBezTo>
                  <a:close/>
                  <a:moveTo>
                    <a:pt x="8790" y="5522"/>
                  </a:moveTo>
                  <a:cubicBezTo>
                    <a:pt x="8979" y="5522"/>
                    <a:pt x="9136" y="5679"/>
                    <a:pt x="9136" y="5868"/>
                  </a:cubicBezTo>
                  <a:cubicBezTo>
                    <a:pt x="9136" y="6057"/>
                    <a:pt x="8979" y="6215"/>
                    <a:pt x="8790" y="6215"/>
                  </a:cubicBezTo>
                  <a:cubicBezTo>
                    <a:pt x="8569" y="6215"/>
                    <a:pt x="8412" y="6057"/>
                    <a:pt x="8412" y="5868"/>
                  </a:cubicBezTo>
                  <a:cubicBezTo>
                    <a:pt x="8412" y="5679"/>
                    <a:pt x="8569" y="5522"/>
                    <a:pt x="8790" y="5522"/>
                  </a:cubicBezTo>
                  <a:close/>
                  <a:moveTo>
                    <a:pt x="4600" y="7601"/>
                  </a:moveTo>
                  <a:cubicBezTo>
                    <a:pt x="4789" y="7601"/>
                    <a:pt x="4946" y="7759"/>
                    <a:pt x="4946" y="7948"/>
                  </a:cubicBezTo>
                  <a:cubicBezTo>
                    <a:pt x="4946" y="8168"/>
                    <a:pt x="4789" y="8326"/>
                    <a:pt x="4600" y="8326"/>
                  </a:cubicBezTo>
                  <a:cubicBezTo>
                    <a:pt x="4411" y="8326"/>
                    <a:pt x="4253" y="8168"/>
                    <a:pt x="4253" y="7948"/>
                  </a:cubicBezTo>
                  <a:cubicBezTo>
                    <a:pt x="4253" y="7759"/>
                    <a:pt x="4411" y="7601"/>
                    <a:pt x="4600" y="7601"/>
                  </a:cubicBezTo>
                  <a:close/>
                  <a:moveTo>
                    <a:pt x="6679" y="6939"/>
                  </a:moveTo>
                  <a:cubicBezTo>
                    <a:pt x="7278" y="6939"/>
                    <a:pt x="7719" y="7412"/>
                    <a:pt x="7719" y="7948"/>
                  </a:cubicBezTo>
                  <a:cubicBezTo>
                    <a:pt x="7719" y="8515"/>
                    <a:pt x="7246" y="8987"/>
                    <a:pt x="6679" y="8987"/>
                  </a:cubicBezTo>
                  <a:cubicBezTo>
                    <a:pt x="6080" y="8987"/>
                    <a:pt x="5671" y="8515"/>
                    <a:pt x="5671" y="7948"/>
                  </a:cubicBezTo>
                  <a:cubicBezTo>
                    <a:pt x="5671" y="7412"/>
                    <a:pt x="6143" y="6939"/>
                    <a:pt x="6679" y="6939"/>
                  </a:cubicBezTo>
                  <a:close/>
                  <a:moveTo>
                    <a:pt x="5309" y="1"/>
                  </a:moveTo>
                  <a:cubicBezTo>
                    <a:pt x="5222" y="1"/>
                    <a:pt x="5135" y="24"/>
                    <a:pt x="5072" y="71"/>
                  </a:cubicBezTo>
                  <a:cubicBezTo>
                    <a:pt x="4946" y="197"/>
                    <a:pt x="4946" y="449"/>
                    <a:pt x="5072" y="544"/>
                  </a:cubicBezTo>
                  <a:cubicBezTo>
                    <a:pt x="5356" y="828"/>
                    <a:pt x="5545" y="1080"/>
                    <a:pt x="5639" y="1363"/>
                  </a:cubicBezTo>
                  <a:cubicBezTo>
                    <a:pt x="5356" y="1426"/>
                    <a:pt x="5041" y="1458"/>
                    <a:pt x="4757" y="1552"/>
                  </a:cubicBezTo>
                  <a:cubicBezTo>
                    <a:pt x="4474" y="1017"/>
                    <a:pt x="4096" y="796"/>
                    <a:pt x="3592" y="576"/>
                  </a:cubicBezTo>
                  <a:cubicBezTo>
                    <a:pt x="3552" y="560"/>
                    <a:pt x="3507" y="552"/>
                    <a:pt x="3460" y="552"/>
                  </a:cubicBezTo>
                  <a:cubicBezTo>
                    <a:pt x="3320" y="552"/>
                    <a:pt x="3166" y="623"/>
                    <a:pt x="3119" y="765"/>
                  </a:cubicBezTo>
                  <a:cubicBezTo>
                    <a:pt x="3024" y="922"/>
                    <a:pt x="3119" y="1143"/>
                    <a:pt x="3277" y="1206"/>
                  </a:cubicBezTo>
                  <a:cubicBezTo>
                    <a:pt x="3623" y="1363"/>
                    <a:pt x="3907" y="1552"/>
                    <a:pt x="4064" y="1804"/>
                  </a:cubicBezTo>
                  <a:cubicBezTo>
                    <a:pt x="3781" y="1930"/>
                    <a:pt x="3529" y="2088"/>
                    <a:pt x="3308" y="2245"/>
                  </a:cubicBezTo>
                  <a:cubicBezTo>
                    <a:pt x="2867" y="1836"/>
                    <a:pt x="2394" y="1773"/>
                    <a:pt x="1890" y="1741"/>
                  </a:cubicBezTo>
                  <a:cubicBezTo>
                    <a:pt x="1701" y="1741"/>
                    <a:pt x="1544" y="1836"/>
                    <a:pt x="1481" y="2056"/>
                  </a:cubicBezTo>
                  <a:cubicBezTo>
                    <a:pt x="1481" y="2245"/>
                    <a:pt x="1607" y="2403"/>
                    <a:pt x="1796" y="2434"/>
                  </a:cubicBezTo>
                  <a:cubicBezTo>
                    <a:pt x="2205" y="2466"/>
                    <a:pt x="2489" y="2529"/>
                    <a:pt x="2741" y="2718"/>
                  </a:cubicBezTo>
                  <a:cubicBezTo>
                    <a:pt x="2552" y="2907"/>
                    <a:pt x="2363" y="3159"/>
                    <a:pt x="2205" y="3379"/>
                  </a:cubicBezTo>
                  <a:cubicBezTo>
                    <a:pt x="1949" y="3294"/>
                    <a:pt x="1725" y="3260"/>
                    <a:pt x="1508" y="3260"/>
                  </a:cubicBezTo>
                  <a:cubicBezTo>
                    <a:pt x="1243" y="3260"/>
                    <a:pt x="987" y="3310"/>
                    <a:pt x="693" y="3379"/>
                  </a:cubicBezTo>
                  <a:cubicBezTo>
                    <a:pt x="504" y="3411"/>
                    <a:pt x="441" y="3631"/>
                    <a:pt x="473" y="3821"/>
                  </a:cubicBezTo>
                  <a:cubicBezTo>
                    <a:pt x="498" y="3970"/>
                    <a:pt x="621" y="4060"/>
                    <a:pt x="781" y="4060"/>
                  </a:cubicBezTo>
                  <a:cubicBezTo>
                    <a:pt x="823" y="4060"/>
                    <a:pt x="868" y="4054"/>
                    <a:pt x="914" y="4041"/>
                  </a:cubicBezTo>
                  <a:cubicBezTo>
                    <a:pt x="1160" y="3979"/>
                    <a:pt x="1366" y="3931"/>
                    <a:pt x="1567" y="3931"/>
                  </a:cubicBezTo>
                  <a:cubicBezTo>
                    <a:pt x="1674" y="3931"/>
                    <a:pt x="1780" y="3945"/>
                    <a:pt x="1890" y="3978"/>
                  </a:cubicBezTo>
                  <a:cubicBezTo>
                    <a:pt x="1764" y="4262"/>
                    <a:pt x="1638" y="4514"/>
                    <a:pt x="1607" y="4797"/>
                  </a:cubicBezTo>
                  <a:cubicBezTo>
                    <a:pt x="1071" y="4797"/>
                    <a:pt x="630" y="4986"/>
                    <a:pt x="189" y="5301"/>
                  </a:cubicBezTo>
                  <a:cubicBezTo>
                    <a:pt x="32" y="5427"/>
                    <a:pt x="0" y="5616"/>
                    <a:pt x="126" y="5774"/>
                  </a:cubicBezTo>
                  <a:cubicBezTo>
                    <a:pt x="186" y="5874"/>
                    <a:pt x="296" y="5935"/>
                    <a:pt x="409" y="5935"/>
                  </a:cubicBezTo>
                  <a:cubicBezTo>
                    <a:pt x="474" y="5935"/>
                    <a:pt x="541" y="5915"/>
                    <a:pt x="599" y="5868"/>
                  </a:cubicBezTo>
                  <a:cubicBezTo>
                    <a:pt x="914" y="5616"/>
                    <a:pt x="1166" y="5459"/>
                    <a:pt x="1481" y="5459"/>
                  </a:cubicBezTo>
                  <a:cubicBezTo>
                    <a:pt x="1481" y="5585"/>
                    <a:pt x="1449" y="5742"/>
                    <a:pt x="1449" y="5868"/>
                  </a:cubicBezTo>
                  <a:cubicBezTo>
                    <a:pt x="1449" y="6026"/>
                    <a:pt x="1449" y="6183"/>
                    <a:pt x="1481" y="6341"/>
                  </a:cubicBezTo>
                  <a:cubicBezTo>
                    <a:pt x="945" y="6530"/>
                    <a:pt x="662" y="6876"/>
                    <a:pt x="347" y="7318"/>
                  </a:cubicBezTo>
                  <a:cubicBezTo>
                    <a:pt x="221" y="7475"/>
                    <a:pt x="284" y="7664"/>
                    <a:pt x="441" y="7790"/>
                  </a:cubicBezTo>
                  <a:cubicBezTo>
                    <a:pt x="507" y="7843"/>
                    <a:pt x="584" y="7868"/>
                    <a:pt x="658" y="7868"/>
                  </a:cubicBezTo>
                  <a:cubicBezTo>
                    <a:pt x="761" y="7868"/>
                    <a:pt x="859" y="7819"/>
                    <a:pt x="914" y="7727"/>
                  </a:cubicBezTo>
                  <a:cubicBezTo>
                    <a:pt x="1134" y="7349"/>
                    <a:pt x="1323" y="7129"/>
                    <a:pt x="1607" y="7002"/>
                  </a:cubicBezTo>
                  <a:cubicBezTo>
                    <a:pt x="1701" y="7286"/>
                    <a:pt x="1764" y="7570"/>
                    <a:pt x="1922" y="7822"/>
                  </a:cubicBezTo>
                  <a:cubicBezTo>
                    <a:pt x="1481" y="8200"/>
                    <a:pt x="1323" y="8609"/>
                    <a:pt x="1166" y="9145"/>
                  </a:cubicBezTo>
                  <a:cubicBezTo>
                    <a:pt x="1134" y="9334"/>
                    <a:pt x="1260" y="9523"/>
                    <a:pt x="1418" y="9554"/>
                  </a:cubicBezTo>
                  <a:cubicBezTo>
                    <a:pt x="1452" y="9566"/>
                    <a:pt x="1486" y="9571"/>
                    <a:pt x="1519" y="9571"/>
                  </a:cubicBezTo>
                  <a:cubicBezTo>
                    <a:pt x="1671" y="9571"/>
                    <a:pt x="1807" y="9463"/>
                    <a:pt x="1859" y="9334"/>
                  </a:cubicBezTo>
                  <a:cubicBezTo>
                    <a:pt x="1953" y="8924"/>
                    <a:pt x="2048" y="8672"/>
                    <a:pt x="2268" y="8420"/>
                  </a:cubicBezTo>
                  <a:cubicBezTo>
                    <a:pt x="2426" y="8672"/>
                    <a:pt x="2646" y="8893"/>
                    <a:pt x="2835" y="9082"/>
                  </a:cubicBezTo>
                  <a:cubicBezTo>
                    <a:pt x="2520" y="9554"/>
                    <a:pt x="2552" y="10027"/>
                    <a:pt x="2583" y="10594"/>
                  </a:cubicBezTo>
                  <a:cubicBezTo>
                    <a:pt x="2583" y="10783"/>
                    <a:pt x="2741" y="10909"/>
                    <a:pt x="2961" y="10909"/>
                  </a:cubicBezTo>
                  <a:lnTo>
                    <a:pt x="2993" y="10909"/>
                  </a:lnTo>
                  <a:cubicBezTo>
                    <a:pt x="3182" y="10909"/>
                    <a:pt x="3308" y="10720"/>
                    <a:pt x="3308" y="10500"/>
                  </a:cubicBezTo>
                  <a:cubicBezTo>
                    <a:pt x="3277" y="10090"/>
                    <a:pt x="3277" y="9806"/>
                    <a:pt x="3371" y="9523"/>
                  </a:cubicBezTo>
                  <a:cubicBezTo>
                    <a:pt x="3623" y="9680"/>
                    <a:pt x="3844" y="9838"/>
                    <a:pt x="4127" y="9964"/>
                  </a:cubicBezTo>
                  <a:cubicBezTo>
                    <a:pt x="4001" y="10500"/>
                    <a:pt x="4159" y="10941"/>
                    <a:pt x="4411" y="11445"/>
                  </a:cubicBezTo>
                  <a:cubicBezTo>
                    <a:pt x="4452" y="11589"/>
                    <a:pt x="4561" y="11652"/>
                    <a:pt x="4684" y="11652"/>
                  </a:cubicBezTo>
                  <a:cubicBezTo>
                    <a:pt x="4749" y="11652"/>
                    <a:pt x="4818" y="11635"/>
                    <a:pt x="4883" y="11602"/>
                  </a:cubicBezTo>
                  <a:cubicBezTo>
                    <a:pt x="5041" y="11539"/>
                    <a:pt x="5104" y="11350"/>
                    <a:pt x="5041" y="11130"/>
                  </a:cubicBezTo>
                  <a:cubicBezTo>
                    <a:pt x="4883" y="10783"/>
                    <a:pt x="4757" y="10500"/>
                    <a:pt x="4789" y="10184"/>
                  </a:cubicBezTo>
                  <a:lnTo>
                    <a:pt x="4789" y="10184"/>
                  </a:lnTo>
                  <a:cubicBezTo>
                    <a:pt x="5072" y="10279"/>
                    <a:pt x="5356" y="10311"/>
                    <a:pt x="5671" y="10342"/>
                  </a:cubicBezTo>
                  <a:cubicBezTo>
                    <a:pt x="5734" y="10909"/>
                    <a:pt x="6049" y="11256"/>
                    <a:pt x="6427" y="11665"/>
                  </a:cubicBezTo>
                  <a:cubicBezTo>
                    <a:pt x="6474" y="11712"/>
                    <a:pt x="6561" y="11736"/>
                    <a:pt x="6651" y="11736"/>
                  </a:cubicBezTo>
                  <a:cubicBezTo>
                    <a:pt x="6742" y="11736"/>
                    <a:pt x="6837" y="11712"/>
                    <a:pt x="6900" y="11665"/>
                  </a:cubicBezTo>
                  <a:cubicBezTo>
                    <a:pt x="6994" y="11539"/>
                    <a:pt x="6994" y="11287"/>
                    <a:pt x="6900" y="11193"/>
                  </a:cubicBezTo>
                  <a:cubicBezTo>
                    <a:pt x="6616" y="10909"/>
                    <a:pt x="6427" y="10657"/>
                    <a:pt x="6333" y="10342"/>
                  </a:cubicBezTo>
                  <a:cubicBezTo>
                    <a:pt x="6616" y="10311"/>
                    <a:pt x="6931" y="10279"/>
                    <a:pt x="7215" y="10184"/>
                  </a:cubicBezTo>
                  <a:cubicBezTo>
                    <a:pt x="7467" y="10720"/>
                    <a:pt x="7876" y="10941"/>
                    <a:pt x="8380" y="11130"/>
                  </a:cubicBezTo>
                  <a:cubicBezTo>
                    <a:pt x="8424" y="11156"/>
                    <a:pt x="8474" y="11167"/>
                    <a:pt x="8526" y="11167"/>
                  </a:cubicBezTo>
                  <a:cubicBezTo>
                    <a:pt x="8662" y="11167"/>
                    <a:pt x="8807" y="11086"/>
                    <a:pt x="8853" y="10972"/>
                  </a:cubicBezTo>
                  <a:cubicBezTo>
                    <a:pt x="8947" y="10815"/>
                    <a:pt x="8853" y="10594"/>
                    <a:pt x="8695" y="10500"/>
                  </a:cubicBezTo>
                  <a:cubicBezTo>
                    <a:pt x="8349" y="10374"/>
                    <a:pt x="8065" y="10184"/>
                    <a:pt x="7908" y="9932"/>
                  </a:cubicBezTo>
                  <a:cubicBezTo>
                    <a:pt x="8191" y="9806"/>
                    <a:pt x="8412" y="9649"/>
                    <a:pt x="8664" y="9491"/>
                  </a:cubicBezTo>
                  <a:cubicBezTo>
                    <a:pt x="9105" y="9901"/>
                    <a:pt x="9578" y="9964"/>
                    <a:pt x="10082" y="9995"/>
                  </a:cubicBezTo>
                  <a:lnTo>
                    <a:pt x="10113" y="9995"/>
                  </a:lnTo>
                  <a:cubicBezTo>
                    <a:pt x="10302" y="9995"/>
                    <a:pt x="10428" y="9869"/>
                    <a:pt x="10460" y="9680"/>
                  </a:cubicBezTo>
                  <a:cubicBezTo>
                    <a:pt x="10460" y="9491"/>
                    <a:pt x="10365" y="9334"/>
                    <a:pt x="10145" y="9302"/>
                  </a:cubicBezTo>
                  <a:cubicBezTo>
                    <a:pt x="9767" y="9239"/>
                    <a:pt x="9483" y="9208"/>
                    <a:pt x="9199" y="9019"/>
                  </a:cubicBezTo>
                  <a:cubicBezTo>
                    <a:pt x="9388" y="8830"/>
                    <a:pt x="9609" y="8578"/>
                    <a:pt x="9767" y="8357"/>
                  </a:cubicBezTo>
                  <a:cubicBezTo>
                    <a:pt x="9980" y="8437"/>
                    <a:pt x="10181" y="8466"/>
                    <a:pt x="10384" y="8466"/>
                  </a:cubicBezTo>
                  <a:cubicBezTo>
                    <a:pt x="10660" y="8466"/>
                    <a:pt x="10938" y="8412"/>
                    <a:pt x="11247" y="8357"/>
                  </a:cubicBezTo>
                  <a:cubicBezTo>
                    <a:pt x="11468" y="8294"/>
                    <a:pt x="11531" y="8105"/>
                    <a:pt x="11499" y="7916"/>
                  </a:cubicBezTo>
                  <a:cubicBezTo>
                    <a:pt x="11472" y="7751"/>
                    <a:pt x="11300" y="7658"/>
                    <a:pt x="11131" y="7658"/>
                  </a:cubicBezTo>
                  <a:cubicBezTo>
                    <a:pt x="11107" y="7658"/>
                    <a:pt x="11082" y="7660"/>
                    <a:pt x="11058" y="7664"/>
                  </a:cubicBezTo>
                  <a:cubicBezTo>
                    <a:pt x="10806" y="7748"/>
                    <a:pt x="10596" y="7804"/>
                    <a:pt x="10391" y="7804"/>
                  </a:cubicBezTo>
                  <a:cubicBezTo>
                    <a:pt x="10288" y="7804"/>
                    <a:pt x="10187" y="7790"/>
                    <a:pt x="10082" y="7759"/>
                  </a:cubicBezTo>
                  <a:cubicBezTo>
                    <a:pt x="10208" y="7475"/>
                    <a:pt x="10302" y="7192"/>
                    <a:pt x="10365" y="6939"/>
                  </a:cubicBezTo>
                  <a:lnTo>
                    <a:pt x="10397" y="6939"/>
                  </a:lnTo>
                  <a:cubicBezTo>
                    <a:pt x="10932" y="6939"/>
                    <a:pt x="11342" y="6687"/>
                    <a:pt x="11751" y="6372"/>
                  </a:cubicBezTo>
                  <a:cubicBezTo>
                    <a:pt x="11940" y="6246"/>
                    <a:pt x="11972" y="6057"/>
                    <a:pt x="11846" y="5900"/>
                  </a:cubicBezTo>
                  <a:cubicBezTo>
                    <a:pt x="11789" y="5843"/>
                    <a:pt x="11687" y="5798"/>
                    <a:pt x="11580" y="5798"/>
                  </a:cubicBezTo>
                  <a:cubicBezTo>
                    <a:pt x="11509" y="5798"/>
                    <a:pt x="11436" y="5818"/>
                    <a:pt x="11373" y="5868"/>
                  </a:cubicBezTo>
                  <a:cubicBezTo>
                    <a:pt x="11058" y="6120"/>
                    <a:pt x="10775" y="6278"/>
                    <a:pt x="10460" y="6278"/>
                  </a:cubicBezTo>
                  <a:cubicBezTo>
                    <a:pt x="10460" y="6152"/>
                    <a:pt x="10491" y="5994"/>
                    <a:pt x="10491" y="5868"/>
                  </a:cubicBezTo>
                  <a:cubicBezTo>
                    <a:pt x="10491" y="5711"/>
                    <a:pt x="10491" y="5553"/>
                    <a:pt x="10460" y="5396"/>
                  </a:cubicBezTo>
                  <a:cubicBezTo>
                    <a:pt x="11027" y="5207"/>
                    <a:pt x="11279" y="4860"/>
                    <a:pt x="11594" y="4419"/>
                  </a:cubicBezTo>
                  <a:cubicBezTo>
                    <a:pt x="11720" y="4262"/>
                    <a:pt x="11688" y="4073"/>
                    <a:pt x="11531" y="3947"/>
                  </a:cubicBezTo>
                  <a:cubicBezTo>
                    <a:pt x="11465" y="3894"/>
                    <a:pt x="11394" y="3869"/>
                    <a:pt x="11324" y="3869"/>
                  </a:cubicBezTo>
                  <a:cubicBezTo>
                    <a:pt x="11226" y="3869"/>
                    <a:pt x="11132" y="3918"/>
                    <a:pt x="11058" y="4010"/>
                  </a:cubicBezTo>
                  <a:cubicBezTo>
                    <a:pt x="10838" y="4388"/>
                    <a:pt x="10617" y="4608"/>
                    <a:pt x="10365" y="4734"/>
                  </a:cubicBezTo>
                  <a:cubicBezTo>
                    <a:pt x="10271" y="4451"/>
                    <a:pt x="10176" y="4167"/>
                    <a:pt x="10019" y="3915"/>
                  </a:cubicBezTo>
                  <a:cubicBezTo>
                    <a:pt x="10460" y="3537"/>
                    <a:pt x="10617" y="3127"/>
                    <a:pt x="10775" y="2592"/>
                  </a:cubicBezTo>
                  <a:cubicBezTo>
                    <a:pt x="10806" y="2403"/>
                    <a:pt x="10712" y="2214"/>
                    <a:pt x="10554" y="2182"/>
                  </a:cubicBezTo>
                  <a:cubicBezTo>
                    <a:pt x="10520" y="2171"/>
                    <a:pt x="10485" y="2166"/>
                    <a:pt x="10450" y="2166"/>
                  </a:cubicBezTo>
                  <a:cubicBezTo>
                    <a:pt x="10292" y="2166"/>
                    <a:pt x="10139" y="2274"/>
                    <a:pt x="10113" y="2403"/>
                  </a:cubicBezTo>
                  <a:cubicBezTo>
                    <a:pt x="9987" y="2812"/>
                    <a:pt x="9924" y="3064"/>
                    <a:pt x="9672" y="3316"/>
                  </a:cubicBezTo>
                  <a:cubicBezTo>
                    <a:pt x="9515" y="3064"/>
                    <a:pt x="9325" y="2844"/>
                    <a:pt x="9136" y="2655"/>
                  </a:cubicBezTo>
                  <a:cubicBezTo>
                    <a:pt x="9451" y="2182"/>
                    <a:pt x="9388" y="1710"/>
                    <a:pt x="9357" y="1143"/>
                  </a:cubicBezTo>
                  <a:cubicBezTo>
                    <a:pt x="9357" y="954"/>
                    <a:pt x="9168" y="828"/>
                    <a:pt x="8979" y="828"/>
                  </a:cubicBezTo>
                  <a:cubicBezTo>
                    <a:pt x="8790" y="828"/>
                    <a:pt x="8664" y="1017"/>
                    <a:pt x="8664" y="1237"/>
                  </a:cubicBezTo>
                  <a:cubicBezTo>
                    <a:pt x="8695" y="1647"/>
                    <a:pt x="8695" y="1930"/>
                    <a:pt x="8569" y="2214"/>
                  </a:cubicBezTo>
                  <a:cubicBezTo>
                    <a:pt x="8349" y="2056"/>
                    <a:pt x="8097" y="1899"/>
                    <a:pt x="7813" y="1773"/>
                  </a:cubicBezTo>
                  <a:cubicBezTo>
                    <a:pt x="7939" y="1237"/>
                    <a:pt x="7782" y="796"/>
                    <a:pt x="7561" y="292"/>
                  </a:cubicBezTo>
                  <a:cubicBezTo>
                    <a:pt x="7493" y="178"/>
                    <a:pt x="7375" y="97"/>
                    <a:pt x="7243" y="97"/>
                  </a:cubicBezTo>
                  <a:cubicBezTo>
                    <a:pt x="7193" y="97"/>
                    <a:pt x="7141" y="108"/>
                    <a:pt x="7089" y="134"/>
                  </a:cubicBezTo>
                  <a:cubicBezTo>
                    <a:pt x="6931" y="197"/>
                    <a:pt x="6837" y="386"/>
                    <a:pt x="6931" y="607"/>
                  </a:cubicBezTo>
                  <a:cubicBezTo>
                    <a:pt x="7089" y="954"/>
                    <a:pt x="7215" y="1237"/>
                    <a:pt x="7152" y="1552"/>
                  </a:cubicBezTo>
                  <a:cubicBezTo>
                    <a:pt x="6900" y="1458"/>
                    <a:pt x="6616" y="1426"/>
                    <a:pt x="6301" y="1395"/>
                  </a:cubicBezTo>
                  <a:cubicBezTo>
                    <a:pt x="6206" y="828"/>
                    <a:pt x="5891" y="481"/>
                    <a:pt x="5545" y="71"/>
                  </a:cubicBezTo>
                  <a:cubicBezTo>
                    <a:pt x="5482" y="24"/>
                    <a:pt x="5395" y="1"/>
                    <a:pt x="530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" name="Google Shape;394;p34"/>
            <p:cNvSpPr/>
            <p:nvPr/>
          </p:nvSpPr>
          <p:spPr>
            <a:xfrm>
              <a:off x="-22740025" y="3217825"/>
              <a:ext cx="52000" cy="51225"/>
            </a:xfrm>
            <a:custGeom>
              <a:rect b="b" l="l" r="r" t="t"/>
              <a:pathLst>
                <a:path extrusionOk="0" h="2049" w="2080">
                  <a:moveTo>
                    <a:pt x="1040" y="0"/>
                  </a:moveTo>
                  <a:cubicBezTo>
                    <a:pt x="441" y="0"/>
                    <a:pt x="0" y="473"/>
                    <a:pt x="0" y="1009"/>
                  </a:cubicBezTo>
                  <a:cubicBezTo>
                    <a:pt x="0" y="1607"/>
                    <a:pt x="473" y="2048"/>
                    <a:pt x="1040" y="2048"/>
                  </a:cubicBezTo>
                  <a:cubicBezTo>
                    <a:pt x="1607" y="2048"/>
                    <a:pt x="2048" y="1576"/>
                    <a:pt x="2048" y="1009"/>
                  </a:cubicBezTo>
                  <a:cubicBezTo>
                    <a:pt x="2080" y="473"/>
                    <a:pt x="1607" y="0"/>
                    <a:pt x="104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" name="Google Shape;395;p34"/>
            <p:cNvSpPr/>
            <p:nvPr/>
          </p:nvSpPr>
          <p:spPr>
            <a:xfrm>
              <a:off x="-22705375" y="3321800"/>
              <a:ext cx="17350" cy="18125"/>
            </a:xfrm>
            <a:custGeom>
              <a:rect b="b" l="l" r="r" t="t"/>
              <a:pathLst>
                <a:path extrusionOk="0" h="725" w="694"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1" y="567"/>
                    <a:pt x="158" y="725"/>
                    <a:pt x="347" y="725"/>
                  </a:cubicBezTo>
                  <a:cubicBezTo>
                    <a:pt x="536" y="725"/>
                    <a:pt x="694" y="567"/>
                    <a:pt x="694" y="347"/>
                  </a:cubicBezTo>
                  <a:cubicBezTo>
                    <a:pt x="694" y="158"/>
                    <a:pt x="536" y="0"/>
                    <a:pt x="34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96" name="Google Shape;396;p34"/>
          <p:cNvGrpSpPr/>
          <p:nvPr/>
        </p:nvGrpSpPr>
        <p:grpSpPr>
          <a:xfrm>
            <a:off x="4224409" y="1984943"/>
            <a:ext cx="353757" cy="352565"/>
            <a:chOff x="-26980600" y="3175500"/>
            <a:chExt cx="296950" cy="295950"/>
          </a:xfrm>
        </p:grpSpPr>
        <p:sp>
          <p:nvSpPr>
            <p:cNvPr id="397" name="Google Shape;397;p34"/>
            <p:cNvSpPr/>
            <p:nvPr/>
          </p:nvSpPr>
          <p:spPr>
            <a:xfrm>
              <a:off x="-26798650" y="3175500"/>
              <a:ext cx="115000" cy="114025"/>
            </a:xfrm>
            <a:custGeom>
              <a:rect b="b" l="l" r="r" t="t"/>
              <a:pathLst>
                <a:path extrusionOk="0" h="4561" w="4600">
                  <a:moveTo>
                    <a:pt x="1115" y="0"/>
                  </a:moveTo>
                  <a:cubicBezTo>
                    <a:pt x="851" y="0"/>
                    <a:pt x="583" y="102"/>
                    <a:pt x="378" y="307"/>
                  </a:cubicBezTo>
                  <a:cubicBezTo>
                    <a:pt x="0" y="685"/>
                    <a:pt x="0" y="1378"/>
                    <a:pt x="378" y="1756"/>
                  </a:cubicBezTo>
                  <a:lnTo>
                    <a:pt x="2773" y="4245"/>
                  </a:lnTo>
                  <a:cubicBezTo>
                    <a:pt x="2962" y="4434"/>
                    <a:pt x="3245" y="4560"/>
                    <a:pt x="3529" y="4560"/>
                  </a:cubicBezTo>
                  <a:cubicBezTo>
                    <a:pt x="3812" y="4560"/>
                    <a:pt x="4064" y="4434"/>
                    <a:pt x="4285" y="4245"/>
                  </a:cubicBezTo>
                  <a:cubicBezTo>
                    <a:pt x="4474" y="4056"/>
                    <a:pt x="4600" y="3773"/>
                    <a:pt x="4600" y="3489"/>
                  </a:cubicBezTo>
                  <a:cubicBezTo>
                    <a:pt x="4600" y="3206"/>
                    <a:pt x="4474" y="2954"/>
                    <a:pt x="4285" y="2733"/>
                  </a:cubicBezTo>
                  <a:lnTo>
                    <a:pt x="1828" y="307"/>
                  </a:lnTo>
                  <a:cubicBezTo>
                    <a:pt x="1639" y="102"/>
                    <a:pt x="1379" y="0"/>
                    <a:pt x="111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8" name="Google Shape;398;p34"/>
            <p:cNvSpPr/>
            <p:nvPr/>
          </p:nvSpPr>
          <p:spPr>
            <a:xfrm>
              <a:off x="-26980600" y="3325725"/>
              <a:ext cx="168575" cy="145725"/>
            </a:xfrm>
            <a:custGeom>
              <a:rect b="b" l="l" r="r" t="t"/>
              <a:pathLst>
                <a:path extrusionOk="0" h="5829" w="6743">
                  <a:moveTo>
                    <a:pt x="3797" y="2167"/>
                  </a:moveTo>
                  <a:cubicBezTo>
                    <a:pt x="3884" y="2167"/>
                    <a:pt x="3970" y="2190"/>
                    <a:pt x="4033" y="2237"/>
                  </a:cubicBezTo>
                  <a:cubicBezTo>
                    <a:pt x="4159" y="2363"/>
                    <a:pt x="4159" y="2616"/>
                    <a:pt x="4033" y="2710"/>
                  </a:cubicBezTo>
                  <a:cubicBezTo>
                    <a:pt x="3970" y="2773"/>
                    <a:pt x="3884" y="2805"/>
                    <a:pt x="3797" y="2805"/>
                  </a:cubicBezTo>
                  <a:cubicBezTo>
                    <a:pt x="3710" y="2805"/>
                    <a:pt x="3624" y="2773"/>
                    <a:pt x="3561" y="2710"/>
                  </a:cubicBezTo>
                  <a:cubicBezTo>
                    <a:pt x="3435" y="2616"/>
                    <a:pt x="3435" y="2363"/>
                    <a:pt x="3561" y="2237"/>
                  </a:cubicBezTo>
                  <a:cubicBezTo>
                    <a:pt x="3624" y="2190"/>
                    <a:pt x="3710" y="2167"/>
                    <a:pt x="3797" y="2167"/>
                  </a:cubicBezTo>
                  <a:close/>
                  <a:moveTo>
                    <a:pt x="2336" y="2639"/>
                  </a:moveTo>
                  <a:cubicBezTo>
                    <a:pt x="2426" y="2639"/>
                    <a:pt x="2521" y="2663"/>
                    <a:pt x="2584" y="2710"/>
                  </a:cubicBezTo>
                  <a:cubicBezTo>
                    <a:pt x="2679" y="2836"/>
                    <a:pt x="2679" y="3057"/>
                    <a:pt x="2584" y="3183"/>
                  </a:cubicBezTo>
                  <a:cubicBezTo>
                    <a:pt x="2521" y="3246"/>
                    <a:pt x="2426" y="3277"/>
                    <a:pt x="2336" y="3277"/>
                  </a:cubicBezTo>
                  <a:cubicBezTo>
                    <a:pt x="2245" y="3277"/>
                    <a:pt x="2159" y="3246"/>
                    <a:pt x="2111" y="3183"/>
                  </a:cubicBezTo>
                  <a:cubicBezTo>
                    <a:pt x="1985" y="3057"/>
                    <a:pt x="1985" y="2868"/>
                    <a:pt x="2111" y="2710"/>
                  </a:cubicBezTo>
                  <a:cubicBezTo>
                    <a:pt x="2159" y="2663"/>
                    <a:pt x="2245" y="2639"/>
                    <a:pt x="2336" y="2639"/>
                  </a:cubicBezTo>
                  <a:close/>
                  <a:moveTo>
                    <a:pt x="2931" y="1"/>
                  </a:moveTo>
                  <a:lnTo>
                    <a:pt x="599" y="2332"/>
                  </a:lnTo>
                  <a:cubicBezTo>
                    <a:pt x="221" y="2710"/>
                    <a:pt x="1" y="3214"/>
                    <a:pt x="1" y="3781"/>
                  </a:cubicBezTo>
                  <a:cubicBezTo>
                    <a:pt x="1" y="4317"/>
                    <a:pt x="221" y="4852"/>
                    <a:pt x="599" y="5230"/>
                  </a:cubicBezTo>
                  <a:cubicBezTo>
                    <a:pt x="1009" y="5608"/>
                    <a:pt x="1513" y="5829"/>
                    <a:pt x="2048" y="5829"/>
                  </a:cubicBezTo>
                  <a:cubicBezTo>
                    <a:pt x="2616" y="5829"/>
                    <a:pt x="3120" y="5640"/>
                    <a:pt x="3529" y="5230"/>
                  </a:cubicBezTo>
                  <a:lnTo>
                    <a:pt x="6743" y="2048"/>
                  </a:lnTo>
                  <a:cubicBezTo>
                    <a:pt x="6743" y="2017"/>
                    <a:pt x="6711" y="1954"/>
                    <a:pt x="6711" y="1922"/>
                  </a:cubicBezTo>
                  <a:cubicBezTo>
                    <a:pt x="6396" y="1418"/>
                    <a:pt x="5829" y="1103"/>
                    <a:pt x="5136" y="1103"/>
                  </a:cubicBezTo>
                  <a:lnTo>
                    <a:pt x="5104" y="1103"/>
                  </a:lnTo>
                  <a:cubicBezTo>
                    <a:pt x="5075" y="1104"/>
                    <a:pt x="5045" y="1105"/>
                    <a:pt x="5016" y="1105"/>
                  </a:cubicBezTo>
                  <a:cubicBezTo>
                    <a:pt x="4168" y="1105"/>
                    <a:pt x="3387" y="670"/>
                    <a:pt x="293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" name="Google Shape;399;p34"/>
            <p:cNvSpPr/>
            <p:nvPr/>
          </p:nvSpPr>
          <p:spPr>
            <a:xfrm>
              <a:off x="-26893950" y="3226500"/>
              <a:ext cx="159125" cy="137850"/>
            </a:xfrm>
            <a:custGeom>
              <a:rect b="b" l="l" r="r" t="t"/>
              <a:pathLst>
                <a:path extrusionOk="0" h="5514" w="6365">
                  <a:moveTo>
                    <a:pt x="3403" y="0"/>
                  </a:moveTo>
                  <a:lnTo>
                    <a:pt x="2678" y="693"/>
                  </a:lnTo>
                  <a:lnTo>
                    <a:pt x="2300" y="1103"/>
                  </a:lnTo>
                  <a:lnTo>
                    <a:pt x="3056" y="1859"/>
                  </a:lnTo>
                  <a:cubicBezTo>
                    <a:pt x="3151" y="1953"/>
                    <a:pt x="3151" y="2205"/>
                    <a:pt x="3056" y="2331"/>
                  </a:cubicBezTo>
                  <a:cubicBezTo>
                    <a:pt x="2962" y="2394"/>
                    <a:pt x="2899" y="2426"/>
                    <a:pt x="2804" y="2426"/>
                  </a:cubicBezTo>
                  <a:cubicBezTo>
                    <a:pt x="2741" y="2426"/>
                    <a:pt x="2615" y="2394"/>
                    <a:pt x="2584" y="2331"/>
                  </a:cubicBezTo>
                  <a:lnTo>
                    <a:pt x="1827" y="1575"/>
                  </a:lnTo>
                  <a:lnTo>
                    <a:pt x="1355" y="2048"/>
                  </a:lnTo>
                  <a:lnTo>
                    <a:pt x="2111" y="2804"/>
                  </a:lnTo>
                  <a:cubicBezTo>
                    <a:pt x="2205" y="2898"/>
                    <a:pt x="2205" y="3150"/>
                    <a:pt x="2111" y="3277"/>
                  </a:cubicBezTo>
                  <a:cubicBezTo>
                    <a:pt x="2016" y="3340"/>
                    <a:pt x="1953" y="3371"/>
                    <a:pt x="1859" y="3371"/>
                  </a:cubicBezTo>
                  <a:cubicBezTo>
                    <a:pt x="1796" y="3371"/>
                    <a:pt x="1670" y="3340"/>
                    <a:pt x="1638" y="3277"/>
                  </a:cubicBezTo>
                  <a:lnTo>
                    <a:pt x="882" y="2520"/>
                  </a:lnTo>
                  <a:lnTo>
                    <a:pt x="0" y="3371"/>
                  </a:lnTo>
                  <a:cubicBezTo>
                    <a:pt x="0" y="3403"/>
                    <a:pt x="63" y="3466"/>
                    <a:pt x="63" y="3497"/>
                  </a:cubicBezTo>
                  <a:cubicBezTo>
                    <a:pt x="364" y="4068"/>
                    <a:pt x="894" y="4381"/>
                    <a:pt x="1490" y="4381"/>
                  </a:cubicBezTo>
                  <a:cubicBezTo>
                    <a:pt x="1518" y="4381"/>
                    <a:pt x="1547" y="4381"/>
                    <a:pt x="1575" y="4379"/>
                  </a:cubicBezTo>
                  <a:cubicBezTo>
                    <a:pt x="1890" y="4379"/>
                    <a:pt x="2174" y="4411"/>
                    <a:pt x="2458" y="4474"/>
                  </a:cubicBezTo>
                  <a:cubicBezTo>
                    <a:pt x="2993" y="4631"/>
                    <a:pt x="3529" y="5009"/>
                    <a:pt x="3781" y="5513"/>
                  </a:cubicBezTo>
                  <a:lnTo>
                    <a:pt x="6364" y="2961"/>
                  </a:lnTo>
                  <a:lnTo>
                    <a:pt x="34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400" name="Google Shape;400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71738" y="2857600"/>
            <a:ext cx="2618325" cy="2024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3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Challenges</a:t>
            </a:r>
            <a:endParaRPr/>
          </a:p>
        </p:txBody>
      </p:sp>
      <p:graphicFrame>
        <p:nvGraphicFramePr>
          <p:cNvPr id="406" name="Google Shape;406;p35"/>
          <p:cNvGraphicFramePr/>
          <p:nvPr/>
        </p:nvGraphicFramePr>
        <p:xfrm>
          <a:off x="720000" y="1614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{1220D0B7-C4F9-4F26-95F7-FD068FDB6522}</a:tableStyleId>
              </a:tblPr>
              <a:tblGrid>
                <a:gridCol w="2619875"/>
                <a:gridCol w="5084125"/>
              </a:tblGrid>
              <a:tr h="361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u="sng">
                          <a:solidFill>
                            <a:schemeClr val="dk1"/>
                          </a:solidFill>
                          <a:latin typeface="Nunito Black"/>
                          <a:ea typeface="Nunito Black"/>
                          <a:cs typeface="Nunito Black"/>
                          <a:sym typeface="Nunito Black"/>
                        </a:rPr>
                        <a:t>Compositional Data</a:t>
                      </a:r>
                      <a:endParaRPr sz="1100" u="sng">
                        <a:solidFill>
                          <a:schemeClr val="dk1"/>
                        </a:solidFill>
                        <a:latin typeface="Nunito Black"/>
                        <a:ea typeface="Nunito Black"/>
                        <a:cs typeface="Nunito Black"/>
                        <a:sym typeface="Nunito Black"/>
                      </a:endParaRPr>
                    </a:p>
                  </a:txBody>
                  <a:tcPr marT="0" marB="0" marR="91425" marL="91425" anchor="ctr">
                    <a:lnL cap="flat" cmpd="sng" w="1905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All values sum to one</a:t>
                      </a:r>
                      <a:endParaRPr sz="1000">
                        <a:solidFill>
                          <a:schemeClr val="dk1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0" marB="0" marR="91425" marL="91425" anchor="ctr">
                    <a:lnL cap="flat" cmpd="sng" w="1905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61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u="sng">
                          <a:solidFill>
                            <a:schemeClr val="dk1"/>
                          </a:solidFill>
                          <a:latin typeface="Nunito Black"/>
                          <a:ea typeface="Nunito Black"/>
                          <a:cs typeface="Nunito Black"/>
                          <a:sym typeface="Nunito Black"/>
                        </a:rPr>
                        <a:t>Zero-Inflation: 91%</a:t>
                      </a:r>
                      <a:endParaRPr sz="1100" u="sng">
                        <a:solidFill>
                          <a:schemeClr val="dk1"/>
                        </a:solidFill>
                        <a:latin typeface="Nunito Black"/>
                        <a:ea typeface="Nunito Black"/>
                        <a:cs typeface="Nunito Black"/>
                        <a:sym typeface="Nunito Black"/>
                      </a:endParaRPr>
                    </a:p>
                  </a:txBody>
                  <a:tcPr marT="0" marB="0" marR="91425" marL="91425" anchor="ctr">
                    <a:lnL cap="flat" cmpd="sng" w="1905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Most bacteria are absent in most samples</a:t>
                      </a:r>
                      <a:endParaRPr sz="1000">
                        <a:solidFill>
                          <a:schemeClr val="dk1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0" marB="0" marR="91425" marL="91425" anchor="ctr">
                    <a:lnL cap="flat" cmpd="sng" w="1905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61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u="sng">
                          <a:solidFill>
                            <a:schemeClr val="dk1"/>
                          </a:solidFill>
                          <a:latin typeface="Nunito Black"/>
                          <a:ea typeface="Nunito Black"/>
                          <a:cs typeface="Nunito Black"/>
                          <a:sym typeface="Nunito Black"/>
                        </a:rPr>
                        <a:t>Irregular Sampling</a:t>
                      </a:r>
                      <a:endParaRPr sz="1100" u="sng">
                        <a:solidFill>
                          <a:schemeClr val="dk1"/>
                        </a:solidFill>
                        <a:latin typeface="Nunito Black"/>
                        <a:ea typeface="Nunito Black"/>
                        <a:cs typeface="Nunito Black"/>
                        <a:sym typeface="Nunito Black"/>
                      </a:endParaRPr>
                    </a:p>
                  </a:txBody>
                  <a:tcPr marT="0" marB="0" marR="91425" marL="91425" anchor="ctr">
                    <a:lnL cap="flat" cmpd="sng" w="1905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Samples are not evenly spaced in time</a:t>
                      </a:r>
                      <a:endParaRPr sz="1000">
                        <a:solidFill>
                          <a:schemeClr val="dk1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0" marB="0" marR="91425" marL="91425" anchor="ctr">
                    <a:lnL cap="flat" cmpd="sng" w="1905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61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u="sng">
                          <a:solidFill>
                            <a:schemeClr val="dk1"/>
                          </a:solidFill>
                          <a:latin typeface="Nunito Black"/>
                          <a:ea typeface="Nunito Black"/>
                          <a:cs typeface="Nunito Black"/>
                          <a:sym typeface="Nunito Black"/>
                        </a:rPr>
                        <a:t>Subject Variability</a:t>
                      </a:r>
                      <a:endParaRPr sz="1100" u="sng">
                        <a:solidFill>
                          <a:schemeClr val="dk1"/>
                        </a:solidFill>
                        <a:latin typeface="Nunito Black"/>
                        <a:ea typeface="Nunito Black"/>
                        <a:cs typeface="Nunito Black"/>
                        <a:sym typeface="Nunito Black"/>
                      </a:endParaRPr>
                    </a:p>
                  </a:txBody>
                  <a:tcPr marT="0" marB="0" marR="91425" marL="91425" anchor="ctr">
                    <a:lnL cap="flat" cmpd="sng" w="1905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Each person has a very different baseline microbiome</a:t>
                      </a:r>
                      <a:endParaRPr sz="1000">
                        <a:solidFill>
                          <a:schemeClr val="dk1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0" marB="0" marR="91425" marL="91425" anchor="ctr">
                    <a:lnL cap="flat" cmpd="sng" w="1905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61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91425" marL="91425" anchor="ctr">
                    <a:lnL cap="flat" cmpd="sng" w="1905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91425" marL="91425" anchor="ctr">
                    <a:lnL cap="flat" cmpd="sng" w="1905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61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91425" marL="91425" anchor="ctr">
                    <a:lnL cap="flat" cmpd="sng" w="1905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91425" marL="91425" anchor="ctr">
                    <a:lnL cap="flat" cmpd="sng" w="1905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pSp>
        <p:nvGrpSpPr>
          <p:cNvPr id="407" name="Google Shape;407;p35"/>
          <p:cNvGrpSpPr/>
          <p:nvPr/>
        </p:nvGrpSpPr>
        <p:grpSpPr>
          <a:xfrm>
            <a:off x="7773861" y="3677620"/>
            <a:ext cx="1390812" cy="1472800"/>
            <a:chOff x="7773861" y="3643603"/>
            <a:chExt cx="1390812" cy="1472800"/>
          </a:xfrm>
        </p:grpSpPr>
        <p:sp>
          <p:nvSpPr>
            <p:cNvPr id="408" name="Google Shape;408;p35"/>
            <p:cNvSpPr/>
            <p:nvPr/>
          </p:nvSpPr>
          <p:spPr>
            <a:xfrm rot="-640730">
              <a:off x="8230873" y="4539678"/>
              <a:ext cx="417913" cy="306695"/>
            </a:xfrm>
            <a:custGeom>
              <a:rect b="b" l="l" r="r" t="t"/>
              <a:pathLst>
                <a:path extrusionOk="0" h="3638" w="4957">
                  <a:moveTo>
                    <a:pt x="43" y="1"/>
                  </a:moveTo>
                  <a:lnTo>
                    <a:pt x="1" y="3595"/>
                  </a:lnTo>
                  <a:lnTo>
                    <a:pt x="3118" y="3637"/>
                  </a:lnTo>
                  <a:cubicBezTo>
                    <a:pt x="3126" y="3637"/>
                    <a:pt x="3134" y="3638"/>
                    <a:pt x="3143" y="3638"/>
                  </a:cubicBezTo>
                  <a:cubicBezTo>
                    <a:pt x="4127" y="3638"/>
                    <a:pt x="4928" y="2843"/>
                    <a:pt x="4943" y="1868"/>
                  </a:cubicBezTo>
                  <a:cubicBezTo>
                    <a:pt x="4956" y="871"/>
                    <a:pt x="4157" y="57"/>
                    <a:pt x="3174" y="43"/>
                  </a:cubicBezTo>
                  <a:lnTo>
                    <a:pt x="43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" name="Google Shape;409;p35"/>
            <p:cNvSpPr/>
            <p:nvPr/>
          </p:nvSpPr>
          <p:spPr>
            <a:xfrm rot="-640730">
              <a:off x="7798441" y="4615273"/>
              <a:ext cx="442783" cy="306611"/>
            </a:xfrm>
            <a:custGeom>
              <a:rect b="b" l="l" r="r" t="t"/>
              <a:pathLst>
                <a:path extrusionOk="0" h="3637" w="5252">
                  <a:moveTo>
                    <a:pt x="1826" y="1"/>
                  </a:moveTo>
                  <a:cubicBezTo>
                    <a:pt x="830" y="1"/>
                    <a:pt x="15" y="787"/>
                    <a:pt x="15" y="1783"/>
                  </a:cubicBezTo>
                  <a:cubicBezTo>
                    <a:pt x="1" y="2766"/>
                    <a:pt x="787" y="3580"/>
                    <a:pt x="1784" y="3595"/>
                  </a:cubicBezTo>
                  <a:lnTo>
                    <a:pt x="5210" y="3637"/>
                  </a:lnTo>
                  <a:lnTo>
                    <a:pt x="5252" y="43"/>
                  </a:lnTo>
                  <a:lnTo>
                    <a:pt x="182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" name="Google Shape;410;p35"/>
            <p:cNvSpPr/>
            <p:nvPr/>
          </p:nvSpPr>
          <p:spPr>
            <a:xfrm rot="-640730">
              <a:off x="7793334" y="4616191"/>
              <a:ext cx="438062" cy="251055"/>
            </a:xfrm>
            <a:custGeom>
              <a:rect b="b" l="l" r="r" t="t"/>
              <a:pathLst>
                <a:path extrusionOk="0" h="2978" w="5196">
                  <a:moveTo>
                    <a:pt x="1826" y="1"/>
                  </a:moveTo>
                  <a:cubicBezTo>
                    <a:pt x="830" y="1"/>
                    <a:pt x="15" y="787"/>
                    <a:pt x="15" y="1783"/>
                  </a:cubicBezTo>
                  <a:cubicBezTo>
                    <a:pt x="1" y="2233"/>
                    <a:pt x="169" y="2654"/>
                    <a:pt x="450" y="2977"/>
                  </a:cubicBezTo>
                  <a:cubicBezTo>
                    <a:pt x="437" y="2935"/>
                    <a:pt x="437" y="2907"/>
                    <a:pt x="422" y="2865"/>
                  </a:cubicBezTo>
                  <a:cubicBezTo>
                    <a:pt x="225" y="1896"/>
                    <a:pt x="843" y="941"/>
                    <a:pt x="1812" y="745"/>
                  </a:cubicBezTo>
                  <a:lnTo>
                    <a:pt x="5182" y="57"/>
                  </a:lnTo>
                  <a:lnTo>
                    <a:pt x="5195" y="43"/>
                  </a:lnTo>
                  <a:lnTo>
                    <a:pt x="182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" name="Google Shape;411;p35"/>
            <p:cNvSpPr/>
            <p:nvPr/>
          </p:nvSpPr>
          <p:spPr>
            <a:xfrm rot="-640730">
              <a:off x="7793334" y="4616191"/>
              <a:ext cx="438062" cy="251055"/>
            </a:xfrm>
            <a:custGeom>
              <a:rect b="b" l="l" r="r" t="t"/>
              <a:pathLst>
                <a:path extrusionOk="0" h="2978" w="5196">
                  <a:moveTo>
                    <a:pt x="1826" y="1"/>
                  </a:moveTo>
                  <a:cubicBezTo>
                    <a:pt x="830" y="1"/>
                    <a:pt x="15" y="787"/>
                    <a:pt x="15" y="1783"/>
                  </a:cubicBezTo>
                  <a:cubicBezTo>
                    <a:pt x="1" y="2233"/>
                    <a:pt x="169" y="2654"/>
                    <a:pt x="450" y="2977"/>
                  </a:cubicBezTo>
                  <a:cubicBezTo>
                    <a:pt x="437" y="2935"/>
                    <a:pt x="437" y="2907"/>
                    <a:pt x="422" y="2865"/>
                  </a:cubicBezTo>
                  <a:cubicBezTo>
                    <a:pt x="225" y="1896"/>
                    <a:pt x="843" y="941"/>
                    <a:pt x="1812" y="745"/>
                  </a:cubicBezTo>
                  <a:lnTo>
                    <a:pt x="5182" y="57"/>
                  </a:lnTo>
                  <a:lnTo>
                    <a:pt x="5195" y="43"/>
                  </a:lnTo>
                  <a:lnTo>
                    <a:pt x="1826" y="1"/>
                  </a:lnTo>
                  <a:close/>
                </a:path>
              </a:pathLst>
            </a:custGeom>
            <a:solidFill>
              <a:srgbClr val="3C3C3B">
                <a:alpha val="487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" name="Google Shape;412;p35"/>
            <p:cNvSpPr/>
            <p:nvPr/>
          </p:nvSpPr>
          <p:spPr>
            <a:xfrm rot="-640730">
              <a:off x="8668768" y="4341531"/>
              <a:ext cx="465294" cy="373800"/>
            </a:xfrm>
            <a:custGeom>
              <a:rect b="b" l="l" r="r" t="t"/>
              <a:pathLst>
                <a:path extrusionOk="0" h="4434" w="5519">
                  <a:moveTo>
                    <a:pt x="3513" y="0"/>
                  </a:moveTo>
                  <a:cubicBezTo>
                    <a:pt x="3336" y="0"/>
                    <a:pt x="3156" y="26"/>
                    <a:pt x="2977" y="82"/>
                  </a:cubicBezTo>
                  <a:lnTo>
                    <a:pt x="1" y="1008"/>
                  </a:lnTo>
                  <a:lnTo>
                    <a:pt x="1068" y="4434"/>
                  </a:lnTo>
                  <a:lnTo>
                    <a:pt x="4044" y="3507"/>
                  </a:lnTo>
                  <a:cubicBezTo>
                    <a:pt x="4999" y="3212"/>
                    <a:pt x="5519" y="2216"/>
                    <a:pt x="5224" y="1261"/>
                  </a:cubicBezTo>
                  <a:cubicBezTo>
                    <a:pt x="4984" y="496"/>
                    <a:pt x="4280" y="0"/>
                    <a:pt x="351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3" name="Google Shape;413;p35"/>
            <p:cNvSpPr/>
            <p:nvPr/>
          </p:nvSpPr>
          <p:spPr>
            <a:xfrm rot="-640730">
              <a:off x="8291958" y="4496797"/>
              <a:ext cx="490080" cy="382062"/>
            </a:xfrm>
            <a:custGeom>
              <a:rect b="b" l="l" r="r" t="t"/>
              <a:pathLst>
                <a:path extrusionOk="0" h="4532" w="5813">
                  <a:moveTo>
                    <a:pt x="4746" y="0"/>
                  </a:moveTo>
                  <a:lnTo>
                    <a:pt x="1475" y="1025"/>
                  </a:lnTo>
                  <a:cubicBezTo>
                    <a:pt x="520" y="1320"/>
                    <a:pt x="0" y="2316"/>
                    <a:pt x="296" y="3271"/>
                  </a:cubicBezTo>
                  <a:cubicBezTo>
                    <a:pt x="535" y="4036"/>
                    <a:pt x="1239" y="4532"/>
                    <a:pt x="2007" y="4532"/>
                  </a:cubicBezTo>
                  <a:cubicBezTo>
                    <a:pt x="2183" y="4532"/>
                    <a:pt x="2364" y="4505"/>
                    <a:pt x="2542" y="4450"/>
                  </a:cubicBezTo>
                  <a:lnTo>
                    <a:pt x="5813" y="3426"/>
                  </a:lnTo>
                  <a:lnTo>
                    <a:pt x="474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4" name="Google Shape;414;p35"/>
            <p:cNvSpPr/>
            <p:nvPr/>
          </p:nvSpPr>
          <p:spPr>
            <a:xfrm rot="-640730">
              <a:off x="8296014" y="4539937"/>
              <a:ext cx="314889" cy="355169"/>
            </a:xfrm>
            <a:custGeom>
              <a:rect b="b" l="l" r="r" t="t"/>
              <a:pathLst>
                <a:path extrusionOk="0" h="4213" w="3735">
                  <a:moveTo>
                    <a:pt x="3735" y="1"/>
                  </a:moveTo>
                  <a:lnTo>
                    <a:pt x="1475" y="703"/>
                  </a:lnTo>
                  <a:cubicBezTo>
                    <a:pt x="520" y="998"/>
                    <a:pt x="0" y="2009"/>
                    <a:pt x="296" y="2949"/>
                  </a:cubicBezTo>
                  <a:cubicBezTo>
                    <a:pt x="520" y="3694"/>
                    <a:pt x="1180" y="4171"/>
                    <a:pt x="1910" y="4212"/>
                  </a:cubicBezTo>
                  <a:cubicBezTo>
                    <a:pt x="1657" y="4059"/>
                    <a:pt x="1447" y="3862"/>
                    <a:pt x="1292" y="3595"/>
                  </a:cubicBezTo>
                  <a:cubicBezTo>
                    <a:pt x="773" y="2752"/>
                    <a:pt x="1039" y="1644"/>
                    <a:pt x="1882" y="1124"/>
                  </a:cubicBezTo>
                  <a:lnTo>
                    <a:pt x="3735" y="1"/>
                  </a:lnTo>
                  <a:close/>
                </a:path>
              </a:pathLst>
            </a:custGeom>
            <a:solidFill>
              <a:srgbClr val="3C3C3B">
                <a:alpha val="487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" name="Google Shape;415;p35"/>
            <p:cNvSpPr/>
            <p:nvPr/>
          </p:nvSpPr>
          <p:spPr>
            <a:xfrm rot="1652489">
              <a:off x="8487325" y="3690406"/>
              <a:ext cx="304262" cy="415524"/>
            </a:xfrm>
            <a:custGeom>
              <a:rect b="b" l="l" r="r" t="t"/>
              <a:pathLst>
                <a:path extrusionOk="0" h="4929" w="3609">
                  <a:moveTo>
                    <a:pt x="1798" y="0"/>
                  </a:moveTo>
                  <a:cubicBezTo>
                    <a:pt x="801" y="0"/>
                    <a:pt x="1" y="814"/>
                    <a:pt x="14" y="1797"/>
                  </a:cubicBezTo>
                  <a:lnTo>
                    <a:pt x="29" y="4929"/>
                  </a:lnTo>
                  <a:lnTo>
                    <a:pt x="3608" y="4914"/>
                  </a:lnTo>
                  <a:lnTo>
                    <a:pt x="3595" y="1784"/>
                  </a:lnTo>
                  <a:cubicBezTo>
                    <a:pt x="3595" y="801"/>
                    <a:pt x="2781" y="0"/>
                    <a:pt x="179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" name="Google Shape;416;p35"/>
            <p:cNvSpPr/>
            <p:nvPr/>
          </p:nvSpPr>
          <p:spPr>
            <a:xfrm rot="1652489">
              <a:off x="8292231" y="4057087"/>
              <a:ext cx="303166" cy="440393"/>
            </a:xfrm>
            <a:custGeom>
              <a:rect b="b" l="l" r="r" t="t"/>
              <a:pathLst>
                <a:path extrusionOk="0" h="5224" w="3596">
                  <a:moveTo>
                    <a:pt x="3580" y="1"/>
                  </a:moveTo>
                  <a:lnTo>
                    <a:pt x="1" y="16"/>
                  </a:lnTo>
                  <a:lnTo>
                    <a:pt x="14" y="3441"/>
                  </a:lnTo>
                  <a:cubicBezTo>
                    <a:pt x="14" y="4429"/>
                    <a:pt x="801" y="5224"/>
                    <a:pt x="1785" y="5224"/>
                  </a:cubicBezTo>
                  <a:cubicBezTo>
                    <a:pt x="1794" y="5224"/>
                    <a:pt x="1803" y="5224"/>
                    <a:pt x="1811" y="5224"/>
                  </a:cubicBezTo>
                  <a:cubicBezTo>
                    <a:pt x="2809" y="5224"/>
                    <a:pt x="3595" y="4424"/>
                    <a:pt x="3595" y="3427"/>
                  </a:cubicBezTo>
                  <a:lnTo>
                    <a:pt x="358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7" name="Google Shape;417;p35"/>
            <p:cNvSpPr/>
            <p:nvPr/>
          </p:nvSpPr>
          <p:spPr>
            <a:xfrm rot="1652489">
              <a:off x="8452832" y="3665423"/>
              <a:ext cx="236817" cy="581262"/>
            </a:xfrm>
            <a:custGeom>
              <a:rect b="b" l="l" r="r" t="t"/>
              <a:pathLst>
                <a:path extrusionOk="0" h="6895" w="2809">
                  <a:moveTo>
                    <a:pt x="1798" y="0"/>
                  </a:moveTo>
                  <a:cubicBezTo>
                    <a:pt x="801" y="0"/>
                    <a:pt x="1" y="814"/>
                    <a:pt x="14" y="1797"/>
                  </a:cubicBezTo>
                  <a:lnTo>
                    <a:pt x="29" y="4929"/>
                  </a:lnTo>
                  <a:lnTo>
                    <a:pt x="29" y="6894"/>
                  </a:lnTo>
                  <a:lnTo>
                    <a:pt x="379" y="4872"/>
                  </a:lnTo>
                  <a:lnTo>
                    <a:pt x="913" y="1797"/>
                  </a:lnTo>
                  <a:cubicBezTo>
                    <a:pt x="1074" y="923"/>
                    <a:pt x="1829" y="306"/>
                    <a:pt x="2696" y="306"/>
                  </a:cubicBezTo>
                  <a:cubicBezTo>
                    <a:pt x="2734" y="306"/>
                    <a:pt x="2771" y="307"/>
                    <a:pt x="2809" y="309"/>
                  </a:cubicBezTo>
                  <a:cubicBezTo>
                    <a:pt x="2513" y="112"/>
                    <a:pt x="2176" y="0"/>
                    <a:pt x="1798" y="0"/>
                  </a:cubicBezTo>
                  <a:close/>
                </a:path>
              </a:pathLst>
            </a:custGeom>
            <a:solidFill>
              <a:srgbClr val="3C3C3B">
                <a:alpha val="487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8" name="Google Shape;418;p35"/>
            <p:cNvSpPr/>
            <p:nvPr/>
          </p:nvSpPr>
          <p:spPr>
            <a:xfrm rot="-640730">
              <a:off x="8038589" y="4718045"/>
              <a:ext cx="456947" cy="359131"/>
            </a:xfrm>
            <a:custGeom>
              <a:rect b="b" l="l" r="r" t="t"/>
              <a:pathLst>
                <a:path extrusionOk="0" h="4260" w="5420">
                  <a:moveTo>
                    <a:pt x="1979" y="1"/>
                  </a:moveTo>
                  <a:cubicBezTo>
                    <a:pt x="1159" y="1"/>
                    <a:pt x="418" y="564"/>
                    <a:pt x="225" y="1395"/>
                  </a:cubicBezTo>
                  <a:cubicBezTo>
                    <a:pt x="0" y="2365"/>
                    <a:pt x="604" y="3319"/>
                    <a:pt x="1573" y="3544"/>
                  </a:cubicBezTo>
                  <a:lnTo>
                    <a:pt x="4605" y="4259"/>
                  </a:lnTo>
                  <a:lnTo>
                    <a:pt x="5420" y="764"/>
                  </a:lnTo>
                  <a:lnTo>
                    <a:pt x="2387" y="47"/>
                  </a:lnTo>
                  <a:cubicBezTo>
                    <a:pt x="2250" y="16"/>
                    <a:pt x="2114" y="1"/>
                    <a:pt x="197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" name="Google Shape;419;p35"/>
            <p:cNvSpPr/>
            <p:nvPr/>
          </p:nvSpPr>
          <p:spPr>
            <a:xfrm rot="-640730">
              <a:off x="8432244" y="4706941"/>
              <a:ext cx="482998" cy="363768"/>
            </a:xfrm>
            <a:custGeom>
              <a:rect b="b" l="l" r="r" t="t"/>
              <a:pathLst>
                <a:path extrusionOk="0" h="4315" w="5729">
                  <a:moveTo>
                    <a:pt x="815" y="0"/>
                  </a:moveTo>
                  <a:lnTo>
                    <a:pt x="0" y="3495"/>
                  </a:lnTo>
                  <a:lnTo>
                    <a:pt x="3342" y="4268"/>
                  </a:lnTo>
                  <a:cubicBezTo>
                    <a:pt x="3478" y="4300"/>
                    <a:pt x="3615" y="4315"/>
                    <a:pt x="3750" y="4315"/>
                  </a:cubicBezTo>
                  <a:cubicBezTo>
                    <a:pt x="4569" y="4315"/>
                    <a:pt x="5311" y="3752"/>
                    <a:pt x="5504" y="2920"/>
                  </a:cubicBezTo>
                  <a:cubicBezTo>
                    <a:pt x="5729" y="1966"/>
                    <a:pt x="5124" y="996"/>
                    <a:pt x="4156" y="772"/>
                  </a:cubicBezTo>
                  <a:lnTo>
                    <a:pt x="81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" name="Google Shape;420;p35"/>
            <p:cNvSpPr/>
            <p:nvPr/>
          </p:nvSpPr>
          <p:spPr>
            <a:xfrm rot="-640730">
              <a:off x="8035216" y="4724231"/>
              <a:ext cx="390681" cy="279886"/>
            </a:xfrm>
            <a:custGeom>
              <a:rect b="b" l="l" r="r" t="t"/>
              <a:pathLst>
                <a:path extrusionOk="0" h="3320" w="4634">
                  <a:moveTo>
                    <a:pt x="1938" y="1"/>
                  </a:moveTo>
                  <a:cubicBezTo>
                    <a:pt x="1118" y="1"/>
                    <a:pt x="377" y="564"/>
                    <a:pt x="184" y="1395"/>
                  </a:cubicBezTo>
                  <a:cubicBezTo>
                    <a:pt x="1" y="2153"/>
                    <a:pt x="352" y="2926"/>
                    <a:pt x="984" y="3319"/>
                  </a:cubicBezTo>
                  <a:cubicBezTo>
                    <a:pt x="871" y="3108"/>
                    <a:pt x="802" y="2870"/>
                    <a:pt x="787" y="2603"/>
                  </a:cubicBezTo>
                  <a:cubicBezTo>
                    <a:pt x="731" y="1620"/>
                    <a:pt x="1489" y="764"/>
                    <a:pt x="2472" y="708"/>
                  </a:cubicBezTo>
                  <a:lnTo>
                    <a:pt x="4634" y="581"/>
                  </a:lnTo>
                  <a:lnTo>
                    <a:pt x="2346" y="47"/>
                  </a:lnTo>
                  <a:cubicBezTo>
                    <a:pt x="2209" y="16"/>
                    <a:pt x="2073" y="1"/>
                    <a:pt x="1938" y="1"/>
                  </a:cubicBezTo>
                  <a:close/>
                </a:path>
              </a:pathLst>
            </a:custGeom>
            <a:solidFill>
              <a:srgbClr val="3C3C3B">
                <a:alpha val="487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421" name="Google Shape;421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32669" y="3325425"/>
            <a:ext cx="2534125" cy="1818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6" name="Google Shape;426;p36"/>
          <p:cNvGrpSpPr/>
          <p:nvPr/>
        </p:nvGrpSpPr>
        <p:grpSpPr>
          <a:xfrm>
            <a:off x="319354" y="1721669"/>
            <a:ext cx="1605002" cy="2882321"/>
            <a:chOff x="6500392" y="726263"/>
            <a:chExt cx="1326338" cy="2382084"/>
          </a:xfrm>
        </p:grpSpPr>
        <p:sp>
          <p:nvSpPr>
            <p:cNvPr id="427" name="Google Shape;427;p36"/>
            <p:cNvSpPr/>
            <p:nvPr/>
          </p:nvSpPr>
          <p:spPr>
            <a:xfrm>
              <a:off x="6500392" y="726263"/>
              <a:ext cx="1326338" cy="1338761"/>
            </a:xfrm>
            <a:custGeom>
              <a:rect b="b" l="l" r="r" t="t"/>
              <a:pathLst>
                <a:path extrusionOk="0" h="27266" w="27013">
                  <a:moveTo>
                    <a:pt x="12537" y="1"/>
                  </a:moveTo>
                  <a:cubicBezTo>
                    <a:pt x="11793" y="1"/>
                    <a:pt x="11021" y="197"/>
                    <a:pt x="10221" y="562"/>
                  </a:cubicBezTo>
                  <a:cubicBezTo>
                    <a:pt x="7932" y="1657"/>
                    <a:pt x="6051" y="3904"/>
                    <a:pt x="6584" y="6389"/>
                  </a:cubicBezTo>
                  <a:lnTo>
                    <a:pt x="6528" y="6389"/>
                  </a:lnTo>
                  <a:cubicBezTo>
                    <a:pt x="4563" y="6389"/>
                    <a:pt x="2640" y="7372"/>
                    <a:pt x="1488" y="8958"/>
                  </a:cubicBezTo>
                  <a:cubicBezTo>
                    <a:pt x="323" y="10573"/>
                    <a:pt x="0" y="12748"/>
                    <a:pt x="646" y="14616"/>
                  </a:cubicBezTo>
                  <a:cubicBezTo>
                    <a:pt x="1053" y="15809"/>
                    <a:pt x="2681" y="17044"/>
                    <a:pt x="2681" y="17044"/>
                  </a:cubicBezTo>
                  <a:cubicBezTo>
                    <a:pt x="927" y="18308"/>
                    <a:pt x="1769" y="20414"/>
                    <a:pt x="2962" y="21411"/>
                  </a:cubicBezTo>
                  <a:cubicBezTo>
                    <a:pt x="2962" y="21411"/>
                    <a:pt x="2204" y="24345"/>
                    <a:pt x="4029" y="25707"/>
                  </a:cubicBezTo>
                  <a:cubicBezTo>
                    <a:pt x="4619" y="26142"/>
                    <a:pt x="5363" y="26297"/>
                    <a:pt x="6079" y="26297"/>
                  </a:cubicBezTo>
                  <a:cubicBezTo>
                    <a:pt x="7610" y="26297"/>
                    <a:pt x="9098" y="25637"/>
                    <a:pt x="9098" y="25637"/>
                  </a:cubicBezTo>
                  <a:cubicBezTo>
                    <a:pt x="10726" y="26662"/>
                    <a:pt x="12340" y="27265"/>
                    <a:pt x="13927" y="27265"/>
                  </a:cubicBezTo>
                  <a:cubicBezTo>
                    <a:pt x="15541" y="27265"/>
                    <a:pt x="17128" y="26662"/>
                    <a:pt x="18714" y="25258"/>
                  </a:cubicBezTo>
                  <a:cubicBezTo>
                    <a:pt x="19038" y="25384"/>
                    <a:pt x="19501" y="25483"/>
                    <a:pt x="20021" y="25483"/>
                  </a:cubicBezTo>
                  <a:cubicBezTo>
                    <a:pt x="22042" y="25483"/>
                    <a:pt x="24906" y="24177"/>
                    <a:pt x="24485" y="19375"/>
                  </a:cubicBezTo>
                  <a:cubicBezTo>
                    <a:pt x="26002" y="18729"/>
                    <a:pt x="27012" y="17087"/>
                    <a:pt x="26914" y="15444"/>
                  </a:cubicBezTo>
                  <a:cubicBezTo>
                    <a:pt x="26816" y="13802"/>
                    <a:pt x="25608" y="12286"/>
                    <a:pt x="24036" y="11836"/>
                  </a:cubicBezTo>
                  <a:cubicBezTo>
                    <a:pt x="25524" y="9800"/>
                    <a:pt x="25693" y="6894"/>
                    <a:pt x="24457" y="4704"/>
                  </a:cubicBezTo>
                  <a:cubicBezTo>
                    <a:pt x="23362" y="2739"/>
                    <a:pt x="19684" y="1938"/>
                    <a:pt x="17114" y="1938"/>
                  </a:cubicBezTo>
                  <a:cubicBezTo>
                    <a:pt x="16820" y="1938"/>
                    <a:pt x="16524" y="1953"/>
                    <a:pt x="16258" y="1981"/>
                  </a:cubicBezTo>
                  <a:cubicBezTo>
                    <a:pt x="15233" y="674"/>
                    <a:pt x="13941" y="1"/>
                    <a:pt x="1253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" name="Google Shape;428;p36"/>
            <p:cNvSpPr/>
            <p:nvPr/>
          </p:nvSpPr>
          <p:spPr>
            <a:xfrm>
              <a:off x="7005642" y="2152547"/>
              <a:ext cx="275795" cy="275795"/>
            </a:xfrm>
            <a:custGeom>
              <a:rect b="b" l="l" r="r" t="t"/>
              <a:pathLst>
                <a:path extrusionOk="0" h="5617" w="5617">
                  <a:moveTo>
                    <a:pt x="2809" y="1"/>
                  </a:moveTo>
                  <a:cubicBezTo>
                    <a:pt x="1251" y="1"/>
                    <a:pt x="1" y="1264"/>
                    <a:pt x="1" y="2809"/>
                  </a:cubicBezTo>
                  <a:cubicBezTo>
                    <a:pt x="1" y="4367"/>
                    <a:pt x="1251" y="5617"/>
                    <a:pt x="2809" y="5617"/>
                  </a:cubicBezTo>
                  <a:cubicBezTo>
                    <a:pt x="4368" y="5617"/>
                    <a:pt x="5616" y="4367"/>
                    <a:pt x="5616" y="2809"/>
                  </a:cubicBezTo>
                  <a:cubicBezTo>
                    <a:pt x="5616" y="1264"/>
                    <a:pt x="4368" y="1"/>
                    <a:pt x="280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" name="Google Shape;429;p36"/>
            <p:cNvSpPr/>
            <p:nvPr/>
          </p:nvSpPr>
          <p:spPr>
            <a:xfrm>
              <a:off x="6972548" y="2595781"/>
              <a:ext cx="217906" cy="217906"/>
            </a:xfrm>
            <a:custGeom>
              <a:rect b="b" l="l" r="r" t="t"/>
              <a:pathLst>
                <a:path extrusionOk="0" h="4438" w="4438">
                  <a:moveTo>
                    <a:pt x="2219" y="1"/>
                  </a:moveTo>
                  <a:cubicBezTo>
                    <a:pt x="998" y="1"/>
                    <a:pt x="1" y="998"/>
                    <a:pt x="1" y="2219"/>
                  </a:cubicBezTo>
                  <a:cubicBezTo>
                    <a:pt x="1" y="3441"/>
                    <a:pt x="998" y="4437"/>
                    <a:pt x="2219" y="4437"/>
                  </a:cubicBezTo>
                  <a:cubicBezTo>
                    <a:pt x="3441" y="4437"/>
                    <a:pt x="4437" y="3441"/>
                    <a:pt x="4437" y="2219"/>
                  </a:cubicBezTo>
                  <a:cubicBezTo>
                    <a:pt x="4437" y="998"/>
                    <a:pt x="3441" y="1"/>
                    <a:pt x="221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0" name="Google Shape;430;p36"/>
            <p:cNvSpPr/>
            <p:nvPr/>
          </p:nvSpPr>
          <p:spPr>
            <a:xfrm>
              <a:off x="7044972" y="2954615"/>
              <a:ext cx="153732" cy="153732"/>
            </a:xfrm>
            <a:custGeom>
              <a:rect b="b" l="l" r="r" t="t"/>
              <a:pathLst>
                <a:path extrusionOk="0" h="3131" w="3131">
                  <a:moveTo>
                    <a:pt x="1573" y="0"/>
                  </a:moveTo>
                  <a:cubicBezTo>
                    <a:pt x="702" y="0"/>
                    <a:pt x="0" y="702"/>
                    <a:pt x="0" y="1573"/>
                  </a:cubicBezTo>
                  <a:cubicBezTo>
                    <a:pt x="0" y="2428"/>
                    <a:pt x="702" y="3130"/>
                    <a:pt x="1573" y="3130"/>
                  </a:cubicBezTo>
                  <a:cubicBezTo>
                    <a:pt x="2429" y="3130"/>
                    <a:pt x="3131" y="2428"/>
                    <a:pt x="3131" y="1573"/>
                  </a:cubicBezTo>
                  <a:cubicBezTo>
                    <a:pt x="3131" y="702"/>
                    <a:pt x="2429" y="0"/>
                    <a:pt x="157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31" name="Google Shape;431;p36"/>
            <p:cNvGrpSpPr/>
            <p:nvPr/>
          </p:nvGrpSpPr>
          <p:grpSpPr>
            <a:xfrm>
              <a:off x="6883390" y="1023710"/>
              <a:ext cx="546041" cy="850265"/>
              <a:chOff x="5430150" y="2849725"/>
              <a:chExt cx="278025" cy="432925"/>
            </a:xfrm>
          </p:grpSpPr>
          <p:sp>
            <p:nvSpPr>
              <p:cNvPr id="432" name="Google Shape;432;p36"/>
              <p:cNvSpPr/>
              <p:nvPr/>
            </p:nvSpPr>
            <p:spPr>
              <a:xfrm>
                <a:off x="5516850" y="3221900"/>
                <a:ext cx="60750" cy="60750"/>
              </a:xfrm>
              <a:custGeom>
                <a:rect b="b" l="l" r="r" t="t"/>
                <a:pathLst>
                  <a:path extrusionOk="0" h="2430" w="2430">
                    <a:moveTo>
                      <a:pt x="1208" y="0"/>
                    </a:moveTo>
                    <a:cubicBezTo>
                      <a:pt x="549" y="0"/>
                      <a:pt x="0" y="534"/>
                      <a:pt x="0" y="1208"/>
                    </a:cubicBezTo>
                    <a:cubicBezTo>
                      <a:pt x="0" y="1882"/>
                      <a:pt x="549" y="2430"/>
                      <a:pt x="1208" y="2430"/>
                    </a:cubicBezTo>
                    <a:cubicBezTo>
                      <a:pt x="1882" y="2430"/>
                      <a:pt x="2430" y="1882"/>
                      <a:pt x="2430" y="1208"/>
                    </a:cubicBezTo>
                    <a:cubicBezTo>
                      <a:pt x="2430" y="534"/>
                      <a:pt x="1882" y="0"/>
                      <a:pt x="120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3" name="Google Shape;433;p36"/>
              <p:cNvSpPr/>
              <p:nvPr/>
            </p:nvSpPr>
            <p:spPr>
              <a:xfrm>
                <a:off x="5430150" y="2849725"/>
                <a:ext cx="278025" cy="347300"/>
              </a:xfrm>
              <a:custGeom>
                <a:rect b="b" l="l" r="r" t="t"/>
                <a:pathLst>
                  <a:path extrusionOk="0" h="13892" w="11121">
                    <a:moveTo>
                      <a:pt x="5262" y="0"/>
                    </a:moveTo>
                    <a:cubicBezTo>
                      <a:pt x="2707" y="0"/>
                      <a:pt x="205" y="1741"/>
                      <a:pt x="43" y="4779"/>
                    </a:cubicBezTo>
                    <a:cubicBezTo>
                      <a:pt x="1" y="5621"/>
                      <a:pt x="632" y="6043"/>
                      <a:pt x="1287" y="6043"/>
                    </a:cubicBezTo>
                    <a:cubicBezTo>
                      <a:pt x="1942" y="6043"/>
                      <a:pt x="2619" y="5621"/>
                      <a:pt x="2669" y="4779"/>
                    </a:cubicBezTo>
                    <a:cubicBezTo>
                      <a:pt x="2743" y="3293"/>
                      <a:pt x="3856" y="2601"/>
                      <a:pt x="5049" y="2601"/>
                    </a:cubicBezTo>
                    <a:cubicBezTo>
                      <a:pt x="6122" y="2601"/>
                      <a:pt x="7259" y="3160"/>
                      <a:pt x="7765" y="4204"/>
                    </a:cubicBezTo>
                    <a:cubicBezTo>
                      <a:pt x="8256" y="5228"/>
                      <a:pt x="8285" y="6731"/>
                      <a:pt x="7147" y="7362"/>
                    </a:cubicBezTo>
                    <a:cubicBezTo>
                      <a:pt x="6488" y="7727"/>
                      <a:pt x="5449" y="7686"/>
                      <a:pt x="4704" y="7727"/>
                    </a:cubicBezTo>
                    <a:cubicBezTo>
                      <a:pt x="4002" y="7755"/>
                      <a:pt x="3384" y="8304"/>
                      <a:pt x="3399" y="9034"/>
                    </a:cubicBezTo>
                    <a:cubicBezTo>
                      <a:pt x="3412" y="10226"/>
                      <a:pt x="3427" y="11434"/>
                      <a:pt x="3455" y="12628"/>
                    </a:cubicBezTo>
                    <a:cubicBezTo>
                      <a:pt x="3469" y="13470"/>
                      <a:pt x="4129" y="13891"/>
                      <a:pt x="4782" y="13891"/>
                    </a:cubicBezTo>
                    <a:cubicBezTo>
                      <a:pt x="5435" y="13891"/>
                      <a:pt x="6080" y="13470"/>
                      <a:pt x="6066" y="12628"/>
                    </a:cubicBezTo>
                    <a:cubicBezTo>
                      <a:pt x="6066" y="11841"/>
                      <a:pt x="6052" y="11041"/>
                      <a:pt x="6038" y="10254"/>
                    </a:cubicBezTo>
                    <a:cubicBezTo>
                      <a:pt x="7386" y="10114"/>
                      <a:pt x="8678" y="9764"/>
                      <a:pt x="9604" y="8654"/>
                    </a:cubicBezTo>
                    <a:cubicBezTo>
                      <a:pt x="11121" y="6801"/>
                      <a:pt x="10994" y="4217"/>
                      <a:pt x="9660" y="2295"/>
                    </a:cubicBezTo>
                    <a:cubicBezTo>
                      <a:pt x="8581" y="725"/>
                      <a:pt x="6910" y="0"/>
                      <a:pt x="526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434" name="Google Shape;434;p3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Methods</a:t>
            </a:r>
            <a:endParaRPr/>
          </a:p>
        </p:txBody>
      </p:sp>
      <p:sp>
        <p:nvSpPr>
          <p:cNvPr id="435" name="Google Shape;435;p36"/>
          <p:cNvSpPr txBox="1"/>
          <p:nvPr>
            <p:ph idx="4" type="subTitle"/>
          </p:nvPr>
        </p:nvSpPr>
        <p:spPr>
          <a:xfrm>
            <a:off x="1489075" y="2726850"/>
            <a:ext cx="2548800" cy="46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CLR Transformation</a:t>
            </a:r>
            <a:endParaRPr sz="2000"/>
          </a:p>
        </p:txBody>
      </p:sp>
      <p:sp>
        <p:nvSpPr>
          <p:cNvPr id="436" name="Google Shape;436;p36"/>
          <p:cNvSpPr txBox="1"/>
          <p:nvPr>
            <p:ph idx="5" type="subTitle"/>
          </p:nvPr>
        </p:nvSpPr>
        <p:spPr>
          <a:xfrm>
            <a:off x="3704649" y="2778800"/>
            <a:ext cx="2548800" cy="46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Bray-Curtis Dissimilarity</a:t>
            </a:r>
            <a:endParaRPr sz="2000"/>
          </a:p>
        </p:txBody>
      </p:sp>
      <p:sp>
        <p:nvSpPr>
          <p:cNvPr id="437" name="Google Shape;437;p36"/>
          <p:cNvSpPr txBox="1"/>
          <p:nvPr>
            <p:ph idx="6" type="subTitle"/>
          </p:nvPr>
        </p:nvSpPr>
        <p:spPr>
          <a:xfrm>
            <a:off x="6255425" y="2726850"/>
            <a:ext cx="1778700" cy="46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Temporal Features</a:t>
            </a:r>
            <a:endParaRPr sz="2000"/>
          </a:p>
        </p:txBody>
      </p:sp>
      <p:sp>
        <p:nvSpPr>
          <p:cNvPr id="438" name="Google Shape;438;p36"/>
          <p:cNvSpPr/>
          <p:nvPr/>
        </p:nvSpPr>
        <p:spPr>
          <a:xfrm>
            <a:off x="6725963" y="1413825"/>
            <a:ext cx="837600" cy="837600"/>
          </a:xfrm>
          <a:prstGeom prst="roundRect">
            <a:avLst>
              <a:gd fmla="val 16667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36"/>
          <p:cNvSpPr/>
          <p:nvPr/>
        </p:nvSpPr>
        <p:spPr>
          <a:xfrm>
            <a:off x="4560238" y="1413825"/>
            <a:ext cx="837600" cy="837600"/>
          </a:xfrm>
          <a:prstGeom prst="roundRect">
            <a:avLst>
              <a:gd fmla="val 16667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36"/>
          <p:cNvSpPr/>
          <p:nvPr/>
        </p:nvSpPr>
        <p:spPr>
          <a:xfrm>
            <a:off x="2394513" y="1413825"/>
            <a:ext cx="837600" cy="837600"/>
          </a:xfrm>
          <a:prstGeom prst="roundRect">
            <a:avLst>
              <a:gd fmla="val 16667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41" name="Google Shape;441;p36"/>
          <p:cNvGrpSpPr/>
          <p:nvPr/>
        </p:nvGrpSpPr>
        <p:grpSpPr>
          <a:xfrm>
            <a:off x="2635489" y="1678262"/>
            <a:ext cx="355663" cy="308725"/>
            <a:chOff x="-28462125" y="3199700"/>
            <a:chExt cx="298550" cy="259150"/>
          </a:xfrm>
        </p:grpSpPr>
        <p:sp>
          <p:nvSpPr>
            <p:cNvPr id="442" name="Google Shape;442;p36"/>
            <p:cNvSpPr/>
            <p:nvPr/>
          </p:nvSpPr>
          <p:spPr>
            <a:xfrm>
              <a:off x="-28459750" y="3284775"/>
              <a:ext cx="296175" cy="104775"/>
            </a:xfrm>
            <a:custGeom>
              <a:rect b="b" l="l" r="r" t="t"/>
              <a:pathLst>
                <a:path extrusionOk="0" h="4191" w="11847">
                  <a:moveTo>
                    <a:pt x="5230" y="0"/>
                  </a:moveTo>
                  <a:cubicBezTo>
                    <a:pt x="5073" y="0"/>
                    <a:pt x="4947" y="63"/>
                    <a:pt x="4915" y="189"/>
                  </a:cubicBezTo>
                  <a:lnTo>
                    <a:pt x="4096" y="2080"/>
                  </a:lnTo>
                  <a:lnTo>
                    <a:pt x="347" y="2080"/>
                  </a:lnTo>
                  <a:cubicBezTo>
                    <a:pt x="158" y="2080"/>
                    <a:pt x="0" y="2237"/>
                    <a:pt x="0" y="2426"/>
                  </a:cubicBezTo>
                  <a:cubicBezTo>
                    <a:pt x="0" y="2615"/>
                    <a:pt x="158" y="2773"/>
                    <a:pt x="347" y="2773"/>
                  </a:cubicBezTo>
                  <a:lnTo>
                    <a:pt x="4316" y="2773"/>
                  </a:lnTo>
                  <a:cubicBezTo>
                    <a:pt x="4411" y="2773"/>
                    <a:pt x="4505" y="2710"/>
                    <a:pt x="4600" y="2584"/>
                  </a:cubicBezTo>
                  <a:lnTo>
                    <a:pt x="5199" y="1292"/>
                  </a:lnTo>
                  <a:lnTo>
                    <a:pt x="6238" y="3970"/>
                  </a:lnTo>
                  <a:cubicBezTo>
                    <a:pt x="6301" y="4096"/>
                    <a:pt x="6396" y="4159"/>
                    <a:pt x="6522" y="4191"/>
                  </a:cubicBezTo>
                  <a:lnTo>
                    <a:pt x="6553" y="4191"/>
                  </a:lnTo>
                  <a:cubicBezTo>
                    <a:pt x="6679" y="4191"/>
                    <a:pt x="6805" y="4127"/>
                    <a:pt x="6868" y="4033"/>
                  </a:cubicBezTo>
                  <a:lnTo>
                    <a:pt x="7624" y="2836"/>
                  </a:lnTo>
                  <a:lnTo>
                    <a:pt x="11500" y="2836"/>
                  </a:lnTo>
                  <a:cubicBezTo>
                    <a:pt x="11689" y="2836"/>
                    <a:pt x="11846" y="2678"/>
                    <a:pt x="11846" y="2458"/>
                  </a:cubicBezTo>
                  <a:cubicBezTo>
                    <a:pt x="11846" y="2269"/>
                    <a:pt x="11689" y="2111"/>
                    <a:pt x="11500" y="2111"/>
                  </a:cubicBezTo>
                  <a:lnTo>
                    <a:pt x="7435" y="2111"/>
                  </a:lnTo>
                  <a:cubicBezTo>
                    <a:pt x="7309" y="2111"/>
                    <a:pt x="7183" y="2206"/>
                    <a:pt x="7120" y="2269"/>
                  </a:cubicBezTo>
                  <a:lnTo>
                    <a:pt x="6648" y="3056"/>
                  </a:lnTo>
                  <a:lnTo>
                    <a:pt x="5545" y="221"/>
                  </a:lnTo>
                  <a:cubicBezTo>
                    <a:pt x="5514" y="95"/>
                    <a:pt x="5388" y="0"/>
                    <a:pt x="523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3" name="Google Shape;443;p36"/>
            <p:cNvSpPr/>
            <p:nvPr/>
          </p:nvSpPr>
          <p:spPr>
            <a:xfrm>
              <a:off x="-28462125" y="3199700"/>
              <a:ext cx="295400" cy="125275"/>
            </a:xfrm>
            <a:custGeom>
              <a:rect b="b" l="l" r="r" t="t"/>
              <a:pathLst>
                <a:path extrusionOk="0" h="5011" w="11816">
                  <a:moveTo>
                    <a:pt x="3151" y="1"/>
                  </a:moveTo>
                  <a:cubicBezTo>
                    <a:pt x="1387" y="1"/>
                    <a:pt x="1" y="1419"/>
                    <a:pt x="1" y="3277"/>
                  </a:cubicBezTo>
                  <a:cubicBezTo>
                    <a:pt x="1" y="3876"/>
                    <a:pt x="158" y="4349"/>
                    <a:pt x="442" y="4821"/>
                  </a:cubicBezTo>
                  <a:lnTo>
                    <a:pt x="3655" y="4821"/>
                  </a:lnTo>
                  <a:lnTo>
                    <a:pt x="4285" y="3340"/>
                  </a:lnTo>
                  <a:cubicBezTo>
                    <a:pt x="4443" y="2994"/>
                    <a:pt x="4821" y="2773"/>
                    <a:pt x="5199" y="2710"/>
                  </a:cubicBezTo>
                  <a:cubicBezTo>
                    <a:pt x="5672" y="2710"/>
                    <a:pt x="6018" y="2994"/>
                    <a:pt x="6176" y="3403"/>
                  </a:cubicBezTo>
                  <a:lnTo>
                    <a:pt x="6806" y="5010"/>
                  </a:lnTo>
                  <a:cubicBezTo>
                    <a:pt x="6963" y="4884"/>
                    <a:pt x="7215" y="4821"/>
                    <a:pt x="7404" y="4821"/>
                  </a:cubicBezTo>
                  <a:lnTo>
                    <a:pt x="11374" y="4821"/>
                  </a:lnTo>
                  <a:cubicBezTo>
                    <a:pt x="11626" y="4349"/>
                    <a:pt x="11815" y="3813"/>
                    <a:pt x="11815" y="3277"/>
                  </a:cubicBezTo>
                  <a:cubicBezTo>
                    <a:pt x="11815" y="1419"/>
                    <a:pt x="10429" y="1"/>
                    <a:pt x="8665" y="1"/>
                  </a:cubicBezTo>
                  <a:cubicBezTo>
                    <a:pt x="7247" y="1"/>
                    <a:pt x="6396" y="977"/>
                    <a:pt x="5924" y="1860"/>
                  </a:cubicBezTo>
                  <a:cubicBezTo>
                    <a:pt x="5451" y="977"/>
                    <a:pt x="4537" y="1"/>
                    <a:pt x="31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4" name="Google Shape;444;p36"/>
            <p:cNvSpPr/>
            <p:nvPr/>
          </p:nvSpPr>
          <p:spPr>
            <a:xfrm>
              <a:off x="-28405400" y="3360375"/>
              <a:ext cx="186675" cy="98475"/>
            </a:xfrm>
            <a:custGeom>
              <a:rect b="b" l="l" r="r" t="t"/>
              <a:pathLst>
                <a:path extrusionOk="0" h="3939" w="7467">
                  <a:moveTo>
                    <a:pt x="2962" y="1"/>
                  </a:moveTo>
                  <a:cubicBezTo>
                    <a:pt x="2773" y="284"/>
                    <a:pt x="2458" y="442"/>
                    <a:pt x="2111" y="442"/>
                  </a:cubicBezTo>
                  <a:lnTo>
                    <a:pt x="0" y="442"/>
                  </a:lnTo>
                  <a:cubicBezTo>
                    <a:pt x="158" y="599"/>
                    <a:pt x="347" y="757"/>
                    <a:pt x="536" y="914"/>
                  </a:cubicBezTo>
                  <a:cubicBezTo>
                    <a:pt x="1449" y="1734"/>
                    <a:pt x="2426" y="2647"/>
                    <a:pt x="3434" y="3813"/>
                  </a:cubicBezTo>
                  <a:cubicBezTo>
                    <a:pt x="3529" y="3907"/>
                    <a:pt x="3592" y="3939"/>
                    <a:pt x="3718" y="3939"/>
                  </a:cubicBezTo>
                  <a:cubicBezTo>
                    <a:pt x="3844" y="3939"/>
                    <a:pt x="3907" y="3907"/>
                    <a:pt x="4001" y="3813"/>
                  </a:cubicBezTo>
                  <a:cubicBezTo>
                    <a:pt x="4978" y="2584"/>
                    <a:pt x="6018" y="1734"/>
                    <a:pt x="6900" y="914"/>
                  </a:cubicBezTo>
                  <a:cubicBezTo>
                    <a:pt x="7120" y="757"/>
                    <a:pt x="7278" y="599"/>
                    <a:pt x="7467" y="442"/>
                  </a:cubicBezTo>
                  <a:lnTo>
                    <a:pt x="5860" y="442"/>
                  </a:lnTo>
                  <a:lnTo>
                    <a:pt x="5293" y="1324"/>
                  </a:lnTo>
                  <a:cubicBezTo>
                    <a:pt x="5104" y="1639"/>
                    <a:pt x="4789" y="1860"/>
                    <a:pt x="4379" y="1860"/>
                  </a:cubicBezTo>
                  <a:lnTo>
                    <a:pt x="4316" y="1860"/>
                  </a:lnTo>
                  <a:cubicBezTo>
                    <a:pt x="3907" y="1797"/>
                    <a:pt x="3592" y="1576"/>
                    <a:pt x="3434" y="1167"/>
                  </a:cubicBezTo>
                  <a:lnTo>
                    <a:pt x="296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45" name="Google Shape;445;p36"/>
          <p:cNvGrpSpPr/>
          <p:nvPr/>
        </p:nvGrpSpPr>
        <p:grpSpPr>
          <a:xfrm>
            <a:off x="4798400" y="1656223"/>
            <a:ext cx="361292" cy="352803"/>
            <a:chOff x="-28463700" y="3914875"/>
            <a:chExt cx="303275" cy="296150"/>
          </a:xfrm>
        </p:grpSpPr>
        <p:sp>
          <p:nvSpPr>
            <p:cNvPr id="446" name="Google Shape;446;p36"/>
            <p:cNvSpPr/>
            <p:nvPr/>
          </p:nvSpPr>
          <p:spPr>
            <a:xfrm>
              <a:off x="-28333725" y="4057375"/>
              <a:ext cx="86650" cy="64650"/>
            </a:xfrm>
            <a:custGeom>
              <a:rect b="b" l="l" r="r" t="t"/>
              <a:pathLst>
                <a:path extrusionOk="0" h="2586" w="3466">
                  <a:moveTo>
                    <a:pt x="614" y="0"/>
                  </a:moveTo>
                  <a:cubicBezTo>
                    <a:pt x="287" y="0"/>
                    <a:pt x="0" y="305"/>
                    <a:pt x="0" y="696"/>
                  </a:cubicBezTo>
                  <a:cubicBezTo>
                    <a:pt x="0" y="1326"/>
                    <a:pt x="1008" y="2019"/>
                    <a:pt x="1733" y="2586"/>
                  </a:cubicBezTo>
                  <a:cubicBezTo>
                    <a:pt x="2426" y="2019"/>
                    <a:pt x="3466" y="1326"/>
                    <a:pt x="3466" y="696"/>
                  </a:cubicBezTo>
                  <a:cubicBezTo>
                    <a:pt x="3466" y="349"/>
                    <a:pt x="3214" y="3"/>
                    <a:pt x="2741" y="3"/>
                  </a:cubicBezTo>
                  <a:cubicBezTo>
                    <a:pt x="2237" y="3"/>
                    <a:pt x="2048" y="570"/>
                    <a:pt x="2048" y="570"/>
                  </a:cubicBezTo>
                  <a:cubicBezTo>
                    <a:pt x="2001" y="743"/>
                    <a:pt x="1851" y="830"/>
                    <a:pt x="1701" y="830"/>
                  </a:cubicBezTo>
                  <a:cubicBezTo>
                    <a:pt x="1552" y="830"/>
                    <a:pt x="1402" y="743"/>
                    <a:pt x="1355" y="570"/>
                  </a:cubicBezTo>
                  <a:cubicBezTo>
                    <a:pt x="1355" y="538"/>
                    <a:pt x="1166" y="3"/>
                    <a:pt x="662" y="3"/>
                  </a:cubicBezTo>
                  <a:cubicBezTo>
                    <a:pt x="646" y="1"/>
                    <a:pt x="630" y="0"/>
                    <a:pt x="61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7" name="Google Shape;447;p36"/>
            <p:cNvSpPr/>
            <p:nvPr/>
          </p:nvSpPr>
          <p:spPr>
            <a:xfrm>
              <a:off x="-28463700" y="3914875"/>
              <a:ext cx="303275" cy="296150"/>
            </a:xfrm>
            <a:custGeom>
              <a:rect b="b" l="l" r="r" t="t"/>
              <a:pathLst>
                <a:path extrusionOk="0" h="11846" w="12131">
                  <a:moveTo>
                    <a:pt x="3744" y="3555"/>
                  </a:moveTo>
                  <a:cubicBezTo>
                    <a:pt x="3907" y="3555"/>
                    <a:pt x="4040" y="3674"/>
                    <a:pt x="4096" y="3844"/>
                  </a:cubicBezTo>
                  <a:cubicBezTo>
                    <a:pt x="4128" y="4033"/>
                    <a:pt x="3970" y="4190"/>
                    <a:pt x="3813" y="4253"/>
                  </a:cubicBezTo>
                  <a:cubicBezTo>
                    <a:pt x="2931" y="4379"/>
                    <a:pt x="2427" y="5451"/>
                    <a:pt x="2899" y="6333"/>
                  </a:cubicBezTo>
                  <a:cubicBezTo>
                    <a:pt x="2994" y="6490"/>
                    <a:pt x="2931" y="6711"/>
                    <a:pt x="2773" y="6805"/>
                  </a:cubicBezTo>
                  <a:cubicBezTo>
                    <a:pt x="2723" y="6825"/>
                    <a:pt x="2667" y="6836"/>
                    <a:pt x="2611" y="6836"/>
                  </a:cubicBezTo>
                  <a:cubicBezTo>
                    <a:pt x="2489" y="6836"/>
                    <a:pt x="2365" y="6787"/>
                    <a:pt x="2301" y="6679"/>
                  </a:cubicBezTo>
                  <a:cubicBezTo>
                    <a:pt x="1608" y="5419"/>
                    <a:pt x="2364" y="3812"/>
                    <a:pt x="3687" y="3560"/>
                  </a:cubicBezTo>
                  <a:cubicBezTo>
                    <a:pt x="3706" y="3557"/>
                    <a:pt x="3726" y="3555"/>
                    <a:pt x="3744" y="3555"/>
                  </a:cubicBezTo>
                  <a:close/>
                  <a:moveTo>
                    <a:pt x="7940" y="4946"/>
                  </a:moveTo>
                  <a:cubicBezTo>
                    <a:pt x="8728" y="4946"/>
                    <a:pt x="9326" y="5577"/>
                    <a:pt x="9326" y="6364"/>
                  </a:cubicBezTo>
                  <a:cubicBezTo>
                    <a:pt x="9326" y="7341"/>
                    <a:pt x="8381" y="7939"/>
                    <a:pt x="7121" y="9011"/>
                  </a:cubicBezTo>
                  <a:cubicBezTo>
                    <a:pt x="7058" y="9074"/>
                    <a:pt x="6979" y="9105"/>
                    <a:pt x="6900" y="9105"/>
                  </a:cubicBezTo>
                  <a:cubicBezTo>
                    <a:pt x="6822" y="9105"/>
                    <a:pt x="6743" y="9074"/>
                    <a:pt x="6680" y="9011"/>
                  </a:cubicBezTo>
                  <a:cubicBezTo>
                    <a:pt x="5420" y="7971"/>
                    <a:pt x="4474" y="7341"/>
                    <a:pt x="4474" y="6364"/>
                  </a:cubicBezTo>
                  <a:cubicBezTo>
                    <a:pt x="4474" y="5577"/>
                    <a:pt x="5105" y="4946"/>
                    <a:pt x="5861" y="4946"/>
                  </a:cubicBezTo>
                  <a:cubicBezTo>
                    <a:pt x="6365" y="4946"/>
                    <a:pt x="6711" y="5230"/>
                    <a:pt x="6932" y="5451"/>
                  </a:cubicBezTo>
                  <a:cubicBezTo>
                    <a:pt x="7121" y="5198"/>
                    <a:pt x="7467" y="4946"/>
                    <a:pt x="7940" y="4946"/>
                  </a:cubicBezTo>
                  <a:close/>
                  <a:moveTo>
                    <a:pt x="7404" y="0"/>
                  </a:moveTo>
                  <a:cubicBezTo>
                    <a:pt x="6459" y="0"/>
                    <a:pt x="5703" y="788"/>
                    <a:pt x="5703" y="1733"/>
                  </a:cubicBezTo>
                  <a:lnTo>
                    <a:pt x="5703" y="2899"/>
                  </a:lnTo>
                  <a:cubicBezTo>
                    <a:pt x="5136" y="2395"/>
                    <a:pt x="4443" y="2111"/>
                    <a:pt x="3687" y="2111"/>
                  </a:cubicBezTo>
                  <a:cubicBezTo>
                    <a:pt x="1450" y="2111"/>
                    <a:pt x="1" y="4505"/>
                    <a:pt x="977" y="6616"/>
                  </a:cubicBezTo>
                  <a:lnTo>
                    <a:pt x="2899" y="10649"/>
                  </a:lnTo>
                  <a:cubicBezTo>
                    <a:pt x="3246" y="11373"/>
                    <a:pt x="3939" y="11846"/>
                    <a:pt x="4727" y="11846"/>
                  </a:cubicBezTo>
                  <a:cubicBezTo>
                    <a:pt x="5231" y="11846"/>
                    <a:pt x="5703" y="11657"/>
                    <a:pt x="6050" y="11342"/>
                  </a:cubicBezTo>
                  <a:cubicBezTo>
                    <a:pt x="6396" y="11688"/>
                    <a:pt x="6869" y="11846"/>
                    <a:pt x="7404" y="11846"/>
                  </a:cubicBezTo>
                  <a:cubicBezTo>
                    <a:pt x="8192" y="11846"/>
                    <a:pt x="8885" y="11405"/>
                    <a:pt x="9200" y="10649"/>
                  </a:cubicBezTo>
                  <a:lnTo>
                    <a:pt x="11122" y="6616"/>
                  </a:lnTo>
                  <a:cubicBezTo>
                    <a:pt x="12130" y="4505"/>
                    <a:pt x="10618" y="2111"/>
                    <a:pt x="8413" y="2111"/>
                  </a:cubicBezTo>
                  <a:cubicBezTo>
                    <a:pt x="7656" y="2111"/>
                    <a:pt x="6963" y="2395"/>
                    <a:pt x="6396" y="2899"/>
                  </a:cubicBezTo>
                  <a:lnTo>
                    <a:pt x="6396" y="1733"/>
                  </a:lnTo>
                  <a:cubicBezTo>
                    <a:pt x="6396" y="1166"/>
                    <a:pt x="6837" y="693"/>
                    <a:pt x="7404" y="693"/>
                  </a:cubicBezTo>
                  <a:cubicBezTo>
                    <a:pt x="7593" y="693"/>
                    <a:pt x="7751" y="536"/>
                    <a:pt x="7751" y="347"/>
                  </a:cubicBezTo>
                  <a:cubicBezTo>
                    <a:pt x="7751" y="158"/>
                    <a:pt x="7593" y="0"/>
                    <a:pt x="740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48" name="Google Shape;448;p36"/>
          <p:cNvGrpSpPr/>
          <p:nvPr/>
        </p:nvGrpSpPr>
        <p:grpSpPr>
          <a:xfrm>
            <a:off x="6995099" y="1656685"/>
            <a:ext cx="299344" cy="351880"/>
            <a:chOff x="-27691025" y="3175300"/>
            <a:chExt cx="251275" cy="295375"/>
          </a:xfrm>
        </p:grpSpPr>
        <p:sp>
          <p:nvSpPr>
            <p:cNvPr id="449" name="Google Shape;449;p36"/>
            <p:cNvSpPr/>
            <p:nvPr/>
          </p:nvSpPr>
          <p:spPr>
            <a:xfrm>
              <a:off x="-27492550" y="3298150"/>
              <a:ext cx="18125" cy="18150"/>
            </a:xfrm>
            <a:custGeom>
              <a:rect b="b" l="l" r="r" t="t"/>
              <a:pathLst>
                <a:path extrusionOk="0" h="726" w="725">
                  <a:moveTo>
                    <a:pt x="378" y="1"/>
                  </a:moveTo>
                  <a:cubicBezTo>
                    <a:pt x="158" y="1"/>
                    <a:pt x="0" y="158"/>
                    <a:pt x="0" y="347"/>
                  </a:cubicBezTo>
                  <a:cubicBezTo>
                    <a:pt x="0" y="568"/>
                    <a:pt x="158" y="726"/>
                    <a:pt x="378" y="726"/>
                  </a:cubicBezTo>
                  <a:cubicBezTo>
                    <a:pt x="599" y="663"/>
                    <a:pt x="725" y="505"/>
                    <a:pt x="725" y="347"/>
                  </a:cubicBezTo>
                  <a:cubicBezTo>
                    <a:pt x="725" y="158"/>
                    <a:pt x="567" y="1"/>
                    <a:pt x="37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0" name="Google Shape;450;p36"/>
            <p:cNvSpPr/>
            <p:nvPr/>
          </p:nvSpPr>
          <p:spPr>
            <a:xfrm>
              <a:off x="-27613050" y="3175300"/>
              <a:ext cx="60650" cy="105550"/>
            </a:xfrm>
            <a:custGeom>
              <a:rect b="b" l="l" r="r" t="t"/>
              <a:pathLst>
                <a:path extrusionOk="0" h="4222" w="2426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lnTo>
                    <a:pt x="0" y="1733"/>
                  </a:lnTo>
                  <a:cubicBezTo>
                    <a:pt x="32" y="1922"/>
                    <a:pt x="158" y="2080"/>
                    <a:pt x="347" y="2080"/>
                  </a:cubicBezTo>
                  <a:cubicBezTo>
                    <a:pt x="536" y="2080"/>
                    <a:pt x="693" y="1922"/>
                    <a:pt x="693" y="1733"/>
                  </a:cubicBezTo>
                  <a:lnTo>
                    <a:pt x="693" y="1386"/>
                  </a:lnTo>
                  <a:lnTo>
                    <a:pt x="1040" y="1386"/>
                  </a:lnTo>
                  <a:cubicBezTo>
                    <a:pt x="1260" y="1386"/>
                    <a:pt x="1418" y="1544"/>
                    <a:pt x="1418" y="1733"/>
                  </a:cubicBezTo>
                  <a:lnTo>
                    <a:pt x="1418" y="2899"/>
                  </a:lnTo>
                  <a:cubicBezTo>
                    <a:pt x="1197" y="3025"/>
                    <a:pt x="1040" y="3277"/>
                    <a:pt x="1040" y="3497"/>
                  </a:cubicBezTo>
                  <a:lnTo>
                    <a:pt x="1040" y="4222"/>
                  </a:lnTo>
                  <a:lnTo>
                    <a:pt x="2426" y="4222"/>
                  </a:lnTo>
                  <a:lnTo>
                    <a:pt x="2426" y="3497"/>
                  </a:lnTo>
                  <a:cubicBezTo>
                    <a:pt x="2426" y="3214"/>
                    <a:pt x="2268" y="3025"/>
                    <a:pt x="2079" y="2899"/>
                  </a:cubicBezTo>
                  <a:lnTo>
                    <a:pt x="2079" y="1733"/>
                  </a:lnTo>
                  <a:cubicBezTo>
                    <a:pt x="2079" y="1134"/>
                    <a:pt x="1607" y="693"/>
                    <a:pt x="1040" y="693"/>
                  </a:cubicBezTo>
                  <a:lnTo>
                    <a:pt x="693" y="693"/>
                  </a:lnTo>
                  <a:lnTo>
                    <a:pt x="693" y="347"/>
                  </a:lnTo>
                  <a:cubicBezTo>
                    <a:pt x="693" y="158"/>
                    <a:pt x="536" y="0"/>
                    <a:pt x="34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1" name="Google Shape;451;p36"/>
            <p:cNvSpPr/>
            <p:nvPr/>
          </p:nvSpPr>
          <p:spPr>
            <a:xfrm>
              <a:off x="-27691025" y="3175300"/>
              <a:ext cx="60650" cy="105550"/>
            </a:xfrm>
            <a:custGeom>
              <a:rect b="b" l="l" r="r" t="t"/>
              <a:pathLst>
                <a:path extrusionOk="0" h="4222" w="2426">
                  <a:moveTo>
                    <a:pt x="2079" y="0"/>
                  </a:moveTo>
                  <a:cubicBezTo>
                    <a:pt x="1890" y="0"/>
                    <a:pt x="1733" y="158"/>
                    <a:pt x="1733" y="347"/>
                  </a:cubicBezTo>
                  <a:lnTo>
                    <a:pt x="1733" y="693"/>
                  </a:lnTo>
                  <a:lnTo>
                    <a:pt x="1386" y="693"/>
                  </a:lnTo>
                  <a:cubicBezTo>
                    <a:pt x="788" y="693"/>
                    <a:pt x="347" y="1166"/>
                    <a:pt x="347" y="1733"/>
                  </a:cubicBezTo>
                  <a:lnTo>
                    <a:pt x="347" y="2899"/>
                  </a:lnTo>
                  <a:cubicBezTo>
                    <a:pt x="158" y="3025"/>
                    <a:pt x="0" y="3277"/>
                    <a:pt x="0" y="3497"/>
                  </a:cubicBezTo>
                  <a:lnTo>
                    <a:pt x="0" y="4222"/>
                  </a:lnTo>
                  <a:lnTo>
                    <a:pt x="1386" y="4222"/>
                  </a:lnTo>
                  <a:lnTo>
                    <a:pt x="1386" y="3497"/>
                  </a:lnTo>
                  <a:cubicBezTo>
                    <a:pt x="1386" y="3214"/>
                    <a:pt x="1229" y="3025"/>
                    <a:pt x="1008" y="2899"/>
                  </a:cubicBezTo>
                  <a:lnTo>
                    <a:pt x="1008" y="1733"/>
                  </a:lnTo>
                  <a:cubicBezTo>
                    <a:pt x="1008" y="1544"/>
                    <a:pt x="1166" y="1386"/>
                    <a:pt x="1386" y="1386"/>
                  </a:cubicBezTo>
                  <a:lnTo>
                    <a:pt x="1733" y="1386"/>
                  </a:lnTo>
                  <a:lnTo>
                    <a:pt x="1733" y="1733"/>
                  </a:lnTo>
                  <a:cubicBezTo>
                    <a:pt x="1733" y="1922"/>
                    <a:pt x="1890" y="2080"/>
                    <a:pt x="2079" y="2080"/>
                  </a:cubicBezTo>
                  <a:cubicBezTo>
                    <a:pt x="2268" y="2080"/>
                    <a:pt x="2426" y="1922"/>
                    <a:pt x="2426" y="1733"/>
                  </a:cubicBezTo>
                  <a:lnTo>
                    <a:pt x="2426" y="347"/>
                  </a:lnTo>
                  <a:cubicBezTo>
                    <a:pt x="2426" y="158"/>
                    <a:pt x="2268" y="0"/>
                    <a:pt x="207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2" name="Google Shape;452;p36"/>
            <p:cNvSpPr/>
            <p:nvPr/>
          </p:nvSpPr>
          <p:spPr>
            <a:xfrm>
              <a:off x="-27691025" y="3263500"/>
              <a:ext cx="251275" cy="207175"/>
            </a:xfrm>
            <a:custGeom>
              <a:rect b="b" l="l" r="r" t="t"/>
              <a:pathLst>
                <a:path extrusionOk="0" h="8287" w="10051">
                  <a:moveTo>
                    <a:pt x="8317" y="725"/>
                  </a:moveTo>
                  <a:cubicBezTo>
                    <a:pt x="8885" y="725"/>
                    <a:pt x="9326" y="1198"/>
                    <a:pt x="9326" y="1733"/>
                  </a:cubicBezTo>
                  <a:cubicBezTo>
                    <a:pt x="9326" y="2332"/>
                    <a:pt x="8853" y="2773"/>
                    <a:pt x="8317" y="2773"/>
                  </a:cubicBezTo>
                  <a:cubicBezTo>
                    <a:pt x="7750" y="2773"/>
                    <a:pt x="7278" y="2301"/>
                    <a:pt x="7278" y="1733"/>
                  </a:cubicBezTo>
                  <a:cubicBezTo>
                    <a:pt x="7278" y="1166"/>
                    <a:pt x="7750" y="725"/>
                    <a:pt x="8317" y="725"/>
                  </a:cubicBezTo>
                  <a:close/>
                  <a:moveTo>
                    <a:pt x="8317" y="1"/>
                  </a:moveTo>
                  <a:cubicBezTo>
                    <a:pt x="7372" y="1"/>
                    <a:pt x="6585" y="788"/>
                    <a:pt x="6585" y="1733"/>
                  </a:cubicBezTo>
                  <a:cubicBezTo>
                    <a:pt x="6585" y="2584"/>
                    <a:pt x="7152" y="3277"/>
                    <a:pt x="7939" y="3435"/>
                  </a:cubicBezTo>
                  <a:lnTo>
                    <a:pt x="7939" y="5199"/>
                  </a:lnTo>
                  <a:cubicBezTo>
                    <a:pt x="7939" y="6554"/>
                    <a:pt x="6837" y="7656"/>
                    <a:pt x="5513" y="7656"/>
                  </a:cubicBezTo>
                  <a:cubicBezTo>
                    <a:pt x="4190" y="7656"/>
                    <a:pt x="3088" y="6554"/>
                    <a:pt x="3088" y="5199"/>
                  </a:cubicBezTo>
                  <a:lnTo>
                    <a:pt x="3088" y="4506"/>
                  </a:lnTo>
                  <a:lnTo>
                    <a:pt x="3088" y="4443"/>
                  </a:lnTo>
                  <a:cubicBezTo>
                    <a:pt x="4316" y="4317"/>
                    <a:pt x="5324" y="3309"/>
                    <a:pt x="5482" y="2049"/>
                  </a:cubicBezTo>
                  <a:cubicBezTo>
                    <a:pt x="5513" y="1797"/>
                    <a:pt x="5513" y="1891"/>
                    <a:pt x="5513" y="1355"/>
                  </a:cubicBezTo>
                  <a:lnTo>
                    <a:pt x="4127" y="1355"/>
                  </a:lnTo>
                  <a:cubicBezTo>
                    <a:pt x="4127" y="1607"/>
                    <a:pt x="4127" y="1765"/>
                    <a:pt x="4096" y="2049"/>
                  </a:cubicBezTo>
                  <a:cubicBezTo>
                    <a:pt x="3938" y="2710"/>
                    <a:pt x="3340" y="3088"/>
                    <a:pt x="2741" y="3088"/>
                  </a:cubicBezTo>
                  <a:cubicBezTo>
                    <a:pt x="2174" y="3088"/>
                    <a:pt x="1575" y="2773"/>
                    <a:pt x="1418" y="2049"/>
                  </a:cubicBezTo>
                  <a:cubicBezTo>
                    <a:pt x="1386" y="1828"/>
                    <a:pt x="1386" y="1607"/>
                    <a:pt x="1386" y="1355"/>
                  </a:cubicBezTo>
                  <a:lnTo>
                    <a:pt x="0" y="1355"/>
                  </a:lnTo>
                  <a:cubicBezTo>
                    <a:pt x="0" y="1670"/>
                    <a:pt x="0" y="1733"/>
                    <a:pt x="32" y="2049"/>
                  </a:cubicBezTo>
                  <a:cubicBezTo>
                    <a:pt x="221" y="3277"/>
                    <a:pt x="1166" y="4317"/>
                    <a:pt x="2426" y="4474"/>
                  </a:cubicBezTo>
                  <a:lnTo>
                    <a:pt x="2426" y="5168"/>
                  </a:lnTo>
                  <a:cubicBezTo>
                    <a:pt x="2426" y="5672"/>
                    <a:pt x="2552" y="6144"/>
                    <a:pt x="2804" y="6585"/>
                  </a:cubicBezTo>
                  <a:cubicBezTo>
                    <a:pt x="3308" y="7625"/>
                    <a:pt x="4379" y="8286"/>
                    <a:pt x="5545" y="8286"/>
                  </a:cubicBezTo>
                  <a:cubicBezTo>
                    <a:pt x="7278" y="8286"/>
                    <a:pt x="8664" y="6869"/>
                    <a:pt x="8664" y="5168"/>
                  </a:cubicBezTo>
                  <a:lnTo>
                    <a:pt x="8664" y="3435"/>
                  </a:lnTo>
                  <a:cubicBezTo>
                    <a:pt x="9452" y="3277"/>
                    <a:pt x="10050" y="2584"/>
                    <a:pt x="10050" y="1733"/>
                  </a:cubicBezTo>
                  <a:cubicBezTo>
                    <a:pt x="10050" y="788"/>
                    <a:pt x="9263" y="1"/>
                    <a:pt x="831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453" name="Google Shape;453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94528" y="3193949"/>
            <a:ext cx="2441425" cy="18985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3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Models</a:t>
            </a:r>
            <a:endParaRPr/>
          </a:p>
        </p:txBody>
      </p:sp>
      <p:grpSp>
        <p:nvGrpSpPr>
          <p:cNvPr id="459" name="Google Shape;459;p37"/>
          <p:cNvGrpSpPr/>
          <p:nvPr/>
        </p:nvGrpSpPr>
        <p:grpSpPr>
          <a:xfrm>
            <a:off x="3935343" y="1295229"/>
            <a:ext cx="1273313" cy="3308734"/>
            <a:chOff x="14203942" y="-3921439"/>
            <a:chExt cx="1185249" cy="3079898"/>
          </a:xfrm>
        </p:grpSpPr>
        <p:sp>
          <p:nvSpPr>
            <p:cNvPr id="460" name="Google Shape;460;p37"/>
            <p:cNvSpPr/>
            <p:nvPr/>
          </p:nvSpPr>
          <p:spPr>
            <a:xfrm>
              <a:off x="14203942" y="-2518073"/>
              <a:ext cx="937186" cy="523356"/>
            </a:xfrm>
            <a:custGeom>
              <a:rect b="b" l="l" r="r" t="t"/>
              <a:pathLst>
                <a:path extrusionOk="0" h="11614" w="20794">
                  <a:moveTo>
                    <a:pt x="6223" y="1"/>
                  </a:moveTo>
                  <a:cubicBezTo>
                    <a:pt x="5983" y="1"/>
                    <a:pt x="5731" y="15"/>
                    <a:pt x="5463" y="49"/>
                  </a:cubicBezTo>
                  <a:cubicBezTo>
                    <a:pt x="4578" y="161"/>
                    <a:pt x="2612" y="779"/>
                    <a:pt x="1826" y="2745"/>
                  </a:cubicBezTo>
                  <a:cubicBezTo>
                    <a:pt x="1376" y="3826"/>
                    <a:pt x="1" y="5356"/>
                    <a:pt x="1320" y="8656"/>
                  </a:cubicBezTo>
                  <a:cubicBezTo>
                    <a:pt x="1588" y="9330"/>
                    <a:pt x="1588" y="10017"/>
                    <a:pt x="1545" y="10719"/>
                  </a:cubicBezTo>
                  <a:cubicBezTo>
                    <a:pt x="1522" y="11231"/>
                    <a:pt x="1979" y="11614"/>
                    <a:pt x="2489" y="11614"/>
                  </a:cubicBezTo>
                  <a:cubicBezTo>
                    <a:pt x="2609" y="11614"/>
                    <a:pt x="2731" y="11593"/>
                    <a:pt x="2851" y="11548"/>
                  </a:cubicBezTo>
                  <a:cubicBezTo>
                    <a:pt x="3876" y="11140"/>
                    <a:pt x="4845" y="10706"/>
                    <a:pt x="5940" y="10354"/>
                  </a:cubicBezTo>
                  <a:cubicBezTo>
                    <a:pt x="7161" y="9961"/>
                    <a:pt x="8636" y="10060"/>
                    <a:pt x="10137" y="8697"/>
                  </a:cubicBezTo>
                  <a:cubicBezTo>
                    <a:pt x="10895" y="8010"/>
                    <a:pt x="11500" y="6859"/>
                    <a:pt x="12230" y="6129"/>
                  </a:cubicBezTo>
                  <a:cubicBezTo>
                    <a:pt x="12889" y="5468"/>
                    <a:pt x="18168" y="4416"/>
                    <a:pt x="20373" y="2913"/>
                  </a:cubicBezTo>
                  <a:cubicBezTo>
                    <a:pt x="20794" y="2632"/>
                    <a:pt x="20667" y="2043"/>
                    <a:pt x="20176" y="1902"/>
                  </a:cubicBezTo>
                  <a:cubicBezTo>
                    <a:pt x="17487" y="1197"/>
                    <a:pt x="14272" y="228"/>
                    <a:pt x="11507" y="228"/>
                  </a:cubicBezTo>
                  <a:cubicBezTo>
                    <a:pt x="11081" y="228"/>
                    <a:pt x="10665" y="251"/>
                    <a:pt x="10264" y="302"/>
                  </a:cubicBezTo>
                  <a:cubicBezTo>
                    <a:pt x="9997" y="336"/>
                    <a:pt x="9746" y="351"/>
                    <a:pt x="9506" y="351"/>
                  </a:cubicBezTo>
                  <a:cubicBezTo>
                    <a:pt x="8321" y="351"/>
                    <a:pt x="7415" y="1"/>
                    <a:pt x="622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1" name="Google Shape;461;p37"/>
            <p:cNvSpPr/>
            <p:nvPr/>
          </p:nvSpPr>
          <p:spPr>
            <a:xfrm>
              <a:off x="14273528" y="-2439978"/>
              <a:ext cx="865074" cy="445308"/>
            </a:xfrm>
            <a:custGeom>
              <a:rect b="b" l="l" r="r" t="t"/>
              <a:pathLst>
                <a:path extrusionOk="0" h="9882" w="19194">
                  <a:moveTo>
                    <a:pt x="18801" y="253"/>
                  </a:moveTo>
                  <a:cubicBezTo>
                    <a:pt x="12945" y="1938"/>
                    <a:pt x="5435" y="1"/>
                    <a:pt x="2571" y="6810"/>
                  </a:cubicBezTo>
                  <a:cubicBezTo>
                    <a:pt x="2318" y="7526"/>
                    <a:pt x="1391" y="8649"/>
                    <a:pt x="1" y="9014"/>
                  </a:cubicBezTo>
                  <a:cubicBezTo>
                    <a:pt x="1" y="9503"/>
                    <a:pt x="443" y="9881"/>
                    <a:pt x="946" y="9881"/>
                  </a:cubicBezTo>
                  <a:cubicBezTo>
                    <a:pt x="1065" y="9881"/>
                    <a:pt x="1187" y="9860"/>
                    <a:pt x="1307" y="9815"/>
                  </a:cubicBezTo>
                  <a:cubicBezTo>
                    <a:pt x="2332" y="9407"/>
                    <a:pt x="3301" y="8973"/>
                    <a:pt x="4396" y="8621"/>
                  </a:cubicBezTo>
                  <a:cubicBezTo>
                    <a:pt x="5617" y="8228"/>
                    <a:pt x="7092" y="8327"/>
                    <a:pt x="8593" y="6964"/>
                  </a:cubicBezTo>
                  <a:cubicBezTo>
                    <a:pt x="9351" y="6277"/>
                    <a:pt x="9956" y="5126"/>
                    <a:pt x="10686" y="4396"/>
                  </a:cubicBezTo>
                  <a:cubicBezTo>
                    <a:pt x="11345" y="3735"/>
                    <a:pt x="16624" y="2683"/>
                    <a:pt x="18829" y="1180"/>
                  </a:cubicBezTo>
                  <a:cubicBezTo>
                    <a:pt x="19194" y="942"/>
                    <a:pt x="19151" y="465"/>
                    <a:pt x="18801" y="25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2" name="Google Shape;462;p37"/>
            <p:cNvSpPr/>
            <p:nvPr/>
          </p:nvSpPr>
          <p:spPr>
            <a:xfrm>
              <a:off x="14446322" y="-2284464"/>
              <a:ext cx="302510" cy="207062"/>
            </a:xfrm>
            <a:custGeom>
              <a:rect b="b" l="l" r="r" t="t"/>
              <a:pathLst>
                <a:path extrusionOk="0" h="4595" w="6712">
                  <a:moveTo>
                    <a:pt x="5858" y="1"/>
                  </a:moveTo>
                  <a:cubicBezTo>
                    <a:pt x="5685" y="1"/>
                    <a:pt x="5465" y="88"/>
                    <a:pt x="5377" y="158"/>
                  </a:cubicBezTo>
                  <a:cubicBezTo>
                    <a:pt x="5433" y="945"/>
                    <a:pt x="5517" y="1731"/>
                    <a:pt x="5644" y="2517"/>
                  </a:cubicBezTo>
                  <a:cubicBezTo>
                    <a:pt x="5265" y="2236"/>
                    <a:pt x="4815" y="2053"/>
                    <a:pt x="4338" y="1984"/>
                  </a:cubicBezTo>
                  <a:cubicBezTo>
                    <a:pt x="4325" y="1899"/>
                    <a:pt x="4296" y="1829"/>
                    <a:pt x="4240" y="1772"/>
                  </a:cubicBezTo>
                  <a:cubicBezTo>
                    <a:pt x="4044" y="1534"/>
                    <a:pt x="3720" y="1464"/>
                    <a:pt x="3426" y="1338"/>
                  </a:cubicBezTo>
                  <a:cubicBezTo>
                    <a:pt x="2934" y="1113"/>
                    <a:pt x="2541" y="720"/>
                    <a:pt x="2022" y="565"/>
                  </a:cubicBezTo>
                  <a:cubicBezTo>
                    <a:pt x="1890" y="530"/>
                    <a:pt x="1754" y="513"/>
                    <a:pt x="1618" y="513"/>
                  </a:cubicBezTo>
                  <a:cubicBezTo>
                    <a:pt x="1159" y="513"/>
                    <a:pt x="703" y="704"/>
                    <a:pt x="422" y="1029"/>
                  </a:cubicBezTo>
                  <a:cubicBezTo>
                    <a:pt x="42" y="1464"/>
                    <a:pt x="0" y="2096"/>
                    <a:pt x="309" y="2573"/>
                  </a:cubicBezTo>
                  <a:cubicBezTo>
                    <a:pt x="575" y="2971"/>
                    <a:pt x="1079" y="3225"/>
                    <a:pt x="1591" y="3225"/>
                  </a:cubicBezTo>
                  <a:cubicBezTo>
                    <a:pt x="1674" y="3225"/>
                    <a:pt x="1757" y="3218"/>
                    <a:pt x="1839" y="3204"/>
                  </a:cubicBezTo>
                  <a:cubicBezTo>
                    <a:pt x="2288" y="3135"/>
                    <a:pt x="2696" y="2882"/>
                    <a:pt x="3145" y="2811"/>
                  </a:cubicBezTo>
                  <a:cubicBezTo>
                    <a:pt x="3439" y="2783"/>
                    <a:pt x="3748" y="2811"/>
                    <a:pt x="4016" y="2699"/>
                  </a:cubicBezTo>
                  <a:cubicBezTo>
                    <a:pt x="4072" y="2671"/>
                    <a:pt x="4113" y="2629"/>
                    <a:pt x="4156" y="2601"/>
                  </a:cubicBezTo>
                  <a:cubicBezTo>
                    <a:pt x="4619" y="2657"/>
                    <a:pt x="5068" y="2867"/>
                    <a:pt x="5392" y="3176"/>
                  </a:cubicBezTo>
                  <a:cubicBezTo>
                    <a:pt x="5757" y="3541"/>
                    <a:pt x="5953" y="4061"/>
                    <a:pt x="5925" y="4552"/>
                  </a:cubicBezTo>
                  <a:lnTo>
                    <a:pt x="6627" y="4595"/>
                  </a:lnTo>
                  <a:lnTo>
                    <a:pt x="6627" y="4412"/>
                  </a:lnTo>
                  <a:lnTo>
                    <a:pt x="6711" y="4398"/>
                  </a:lnTo>
                  <a:cubicBezTo>
                    <a:pt x="6388" y="2994"/>
                    <a:pt x="6163" y="1562"/>
                    <a:pt x="6079" y="116"/>
                  </a:cubicBezTo>
                  <a:cubicBezTo>
                    <a:pt x="6047" y="32"/>
                    <a:pt x="5961" y="1"/>
                    <a:pt x="585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3" name="Google Shape;463;p37"/>
            <p:cNvSpPr/>
            <p:nvPr/>
          </p:nvSpPr>
          <p:spPr>
            <a:xfrm>
              <a:off x="14486794" y="-2077397"/>
              <a:ext cx="781514" cy="271321"/>
            </a:xfrm>
            <a:custGeom>
              <a:rect b="b" l="l" r="r" t="t"/>
              <a:pathLst>
                <a:path extrusionOk="0" h="6021" w="17340">
                  <a:moveTo>
                    <a:pt x="16472" y="1"/>
                  </a:moveTo>
                  <a:cubicBezTo>
                    <a:pt x="15908" y="1"/>
                    <a:pt x="15327" y="168"/>
                    <a:pt x="14812" y="406"/>
                  </a:cubicBezTo>
                  <a:cubicBezTo>
                    <a:pt x="14040" y="772"/>
                    <a:pt x="13352" y="1277"/>
                    <a:pt x="12566" y="1642"/>
                  </a:cubicBezTo>
                  <a:cubicBezTo>
                    <a:pt x="10881" y="2415"/>
                    <a:pt x="8915" y="2428"/>
                    <a:pt x="7034" y="2443"/>
                  </a:cubicBezTo>
                  <a:cubicBezTo>
                    <a:pt x="6347" y="2443"/>
                    <a:pt x="5645" y="2443"/>
                    <a:pt x="4971" y="2359"/>
                  </a:cubicBezTo>
                  <a:cubicBezTo>
                    <a:pt x="4128" y="2260"/>
                    <a:pt x="3300" y="2035"/>
                    <a:pt x="2541" y="1685"/>
                  </a:cubicBezTo>
                  <a:cubicBezTo>
                    <a:pt x="2283" y="1581"/>
                    <a:pt x="2014" y="1442"/>
                    <a:pt x="1732" y="1442"/>
                  </a:cubicBezTo>
                  <a:cubicBezTo>
                    <a:pt x="1707" y="1442"/>
                    <a:pt x="1682" y="1443"/>
                    <a:pt x="1658" y="1445"/>
                  </a:cubicBezTo>
                  <a:cubicBezTo>
                    <a:pt x="1096" y="1488"/>
                    <a:pt x="772" y="2050"/>
                    <a:pt x="562" y="2540"/>
                  </a:cubicBezTo>
                  <a:cubicBezTo>
                    <a:pt x="282" y="3201"/>
                    <a:pt x="1" y="3973"/>
                    <a:pt x="394" y="4590"/>
                  </a:cubicBezTo>
                  <a:cubicBezTo>
                    <a:pt x="731" y="5082"/>
                    <a:pt x="1405" y="5279"/>
                    <a:pt x="2023" y="5419"/>
                  </a:cubicBezTo>
                  <a:cubicBezTo>
                    <a:pt x="3478" y="5761"/>
                    <a:pt x="4988" y="6020"/>
                    <a:pt x="6481" y="6020"/>
                  </a:cubicBezTo>
                  <a:cubicBezTo>
                    <a:pt x="7379" y="6020"/>
                    <a:pt x="8270" y="5926"/>
                    <a:pt x="9140" y="5700"/>
                  </a:cubicBezTo>
                  <a:cubicBezTo>
                    <a:pt x="10095" y="5447"/>
                    <a:pt x="10980" y="5040"/>
                    <a:pt x="11864" y="4633"/>
                  </a:cubicBezTo>
                  <a:cubicBezTo>
                    <a:pt x="13183" y="4015"/>
                    <a:pt x="14531" y="3369"/>
                    <a:pt x="15416" y="2302"/>
                  </a:cubicBezTo>
                  <a:cubicBezTo>
                    <a:pt x="15866" y="1782"/>
                    <a:pt x="16188" y="1151"/>
                    <a:pt x="16764" y="758"/>
                  </a:cubicBezTo>
                  <a:cubicBezTo>
                    <a:pt x="17002" y="590"/>
                    <a:pt x="17298" y="421"/>
                    <a:pt x="17339" y="154"/>
                  </a:cubicBezTo>
                  <a:cubicBezTo>
                    <a:pt x="17063" y="47"/>
                    <a:pt x="16770" y="1"/>
                    <a:pt x="1647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4" name="Google Shape;464;p37"/>
            <p:cNvSpPr/>
            <p:nvPr/>
          </p:nvSpPr>
          <p:spPr>
            <a:xfrm>
              <a:off x="14427934" y="-3644569"/>
              <a:ext cx="804319" cy="1840443"/>
            </a:xfrm>
            <a:custGeom>
              <a:rect b="b" l="l" r="r" t="t"/>
              <a:pathLst>
                <a:path extrusionOk="0" h="40842" w="17846">
                  <a:moveTo>
                    <a:pt x="8888" y="0"/>
                  </a:moveTo>
                  <a:lnTo>
                    <a:pt x="6936" y="240"/>
                  </a:lnTo>
                  <a:lnTo>
                    <a:pt x="6852" y="28950"/>
                  </a:lnTo>
                  <a:cubicBezTo>
                    <a:pt x="6867" y="30368"/>
                    <a:pt x="7329" y="31758"/>
                    <a:pt x="8172" y="32952"/>
                  </a:cubicBezTo>
                  <a:cubicBezTo>
                    <a:pt x="7793" y="33204"/>
                    <a:pt x="7372" y="33415"/>
                    <a:pt x="6880" y="33541"/>
                  </a:cubicBezTo>
                  <a:cubicBezTo>
                    <a:pt x="5616" y="33836"/>
                    <a:pt x="4016" y="33570"/>
                    <a:pt x="3076" y="34257"/>
                  </a:cubicBezTo>
                  <a:cubicBezTo>
                    <a:pt x="2879" y="34412"/>
                    <a:pt x="2724" y="34594"/>
                    <a:pt x="2640" y="34790"/>
                  </a:cubicBezTo>
                  <a:cubicBezTo>
                    <a:pt x="1713" y="35240"/>
                    <a:pt x="955" y="35984"/>
                    <a:pt x="577" y="36868"/>
                  </a:cubicBezTo>
                  <a:cubicBezTo>
                    <a:pt x="1" y="38160"/>
                    <a:pt x="212" y="39719"/>
                    <a:pt x="1124" y="40842"/>
                  </a:cubicBezTo>
                  <a:lnTo>
                    <a:pt x="1138" y="40827"/>
                  </a:lnTo>
                  <a:lnTo>
                    <a:pt x="2809" y="39704"/>
                  </a:lnTo>
                  <a:cubicBezTo>
                    <a:pt x="2346" y="39115"/>
                    <a:pt x="2219" y="38259"/>
                    <a:pt x="2528" y="37585"/>
                  </a:cubicBezTo>
                  <a:cubicBezTo>
                    <a:pt x="2668" y="37261"/>
                    <a:pt x="2907" y="36981"/>
                    <a:pt x="3202" y="36756"/>
                  </a:cubicBezTo>
                  <a:cubicBezTo>
                    <a:pt x="3385" y="36939"/>
                    <a:pt x="3595" y="37107"/>
                    <a:pt x="3819" y="37276"/>
                  </a:cubicBezTo>
                  <a:cubicBezTo>
                    <a:pt x="5249" y="38300"/>
                    <a:pt x="7234" y="38813"/>
                    <a:pt x="9212" y="38813"/>
                  </a:cubicBezTo>
                  <a:cubicBezTo>
                    <a:pt x="10459" y="38813"/>
                    <a:pt x="11703" y="38609"/>
                    <a:pt x="12805" y="38203"/>
                  </a:cubicBezTo>
                  <a:cubicBezTo>
                    <a:pt x="15655" y="37136"/>
                    <a:pt x="17494" y="34875"/>
                    <a:pt x="17775" y="32503"/>
                  </a:cubicBezTo>
                  <a:cubicBezTo>
                    <a:pt x="17845" y="31941"/>
                    <a:pt x="17817" y="31365"/>
                    <a:pt x="17662" y="30818"/>
                  </a:cubicBezTo>
                  <a:cubicBezTo>
                    <a:pt x="17537" y="30354"/>
                    <a:pt x="17325" y="29919"/>
                    <a:pt x="16975" y="29512"/>
                  </a:cubicBezTo>
                  <a:cubicBezTo>
                    <a:pt x="16319" y="28732"/>
                    <a:pt x="15128" y="28160"/>
                    <a:pt x="13922" y="28160"/>
                  </a:cubicBezTo>
                  <a:cubicBezTo>
                    <a:pt x="13761" y="28160"/>
                    <a:pt x="13598" y="28170"/>
                    <a:pt x="13437" y="28192"/>
                  </a:cubicBezTo>
                  <a:cubicBezTo>
                    <a:pt x="11766" y="28403"/>
                    <a:pt x="10770" y="29638"/>
                    <a:pt x="10039" y="30762"/>
                  </a:cubicBezTo>
                  <a:cubicBezTo>
                    <a:pt x="9913" y="30972"/>
                    <a:pt x="9772" y="31183"/>
                    <a:pt x="9618" y="31393"/>
                  </a:cubicBezTo>
                  <a:cubicBezTo>
                    <a:pt x="9197" y="30635"/>
                    <a:pt x="8972" y="29807"/>
                    <a:pt x="8958" y="28936"/>
                  </a:cubicBezTo>
                  <a:lnTo>
                    <a:pt x="888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5" name="Google Shape;465;p37"/>
            <p:cNvSpPr/>
            <p:nvPr/>
          </p:nvSpPr>
          <p:spPr>
            <a:xfrm>
              <a:off x="14460835" y="-2255849"/>
              <a:ext cx="771418" cy="451121"/>
            </a:xfrm>
            <a:custGeom>
              <a:rect b="b" l="l" r="r" t="t"/>
              <a:pathLst>
                <a:path extrusionOk="0" h="10011" w="17116">
                  <a:moveTo>
                    <a:pt x="16932" y="1"/>
                  </a:moveTo>
                  <a:cubicBezTo>
                    <a:pt x="16835" y="85"/>
                    <a:pt x="16736" y="169"/>
                    <a:pt x="16666" y="253"/>
                  </a:cubicBezTo>
                  <a:cubicBezTo>
                    <a:pt x="16258" y="675"/>
                    <a:pt x="16048" y="1222"/>
                    <a:pt x="15768" y="1727"/>
                  </a:cubicBezTo>
                  <a:cubicBezTo>
                    <a:pt x="14826" y="3496"/>
                    <a:pt x="13170" y="4943"/>
                    <a:pt x="11191" y="5714"/>
                  </a:cubicBezTo>
                  <a:cubicBezTo>
                    <a:pt x="10070" y="6152"/>
                    <a:pt x="8850" y="6373"/>
                    <a:pt x="7630" y="6373"/>
                  </a:cubicBezTo>
                  <a:cubicBezTo>
                    <a:pt x="6696" y="6373"/>
                    <a:pt x="5762" y="6243"/>
                    <a:pt x="4873" y="5982"/>
                  </a:cubicBezTo>
                  <a:cubicBezTo>
                    <a:pt x="4202" y="5784"/>
                    <a:pt x="3521" y="5521"/>
                    <a:pt x="2847" y="5521"/>
                  </a:cubicBezTo>
                  <a:cubicBezTo>
                    <a:pt x="2703" y="5521"/>
                    <a:pt x="2559" y="5533"/>
                    <a:pt x="2415" y="5560"/>
                  </a:cubicBezTo>
                  <a:cubicBezTo>
                    <a:pt x="1756" y="5673"/>
                    <a:pt x="1223" y="6094"/>
                    <a:pt x="843" y="6599"/>
                  </a:cubicBezTo>
                  <a:cubicBezTo>
                    <a:pt x="113" y="7582"/>
                    <a:pt x="1" y="8874"/>
                    <a:pt x="408" y="10010"/>
                  </a:cubicBezTo>
                  <a:lnTo>
                    <a:pt x="2079" y="8887"/>
                  </a:lnTo>
                  <a:cubicBezTo>
                    <a:pt x="1616" y="8298"/>
                    <a:pt x="1489" y="7442"/>
                    <a:pt x="1798" y="6768"/>
                  </a:cubicBezTo>
                  <a:cubicBezTo>
                    <a:pt x="1938" y="6444"/>
                    <a:pt x="2177" y="6164"/>
                    <a:pt x="2472" y="5939"/>
                  </a:cubicBezTo>
                  <a:cubicBezTo>
                    <a:pt x="2655" y="6122"/>
                    <a:pt x="2865" y="6290"/>
                    <a:pt x="3089" y="6459"/>
                  </a:cubicBezTo>
                  <a:cubicBezTo>
                    <a:pt x="4519" y="7483"/>
                    <a:pt x="6504" y="7996"/>
                    <a:pt x="8482" y="7996"/>
                  </a:cubicBezTo>
                  <a:cubicBezTo>
                    <a:pt x="9729" y="7996"/>
                    <a:pt x="10973" y="7792"/>
                    <a:pt x="12075" y="7386"/>
                  </a:cubicBezTo>
                  <a:cubicBezTo>
                    <a:pt x="14925" y="6319"/>
                    <a:pt x="16764" y="4058"/>
                    <a:pt x="17045" y="1686"/>
                  </a:cubicBezTo>
                  <a:cubicBezTo>
                    <a:pt x="17115" y="1124"/>
                    <a:pt x="17087" y="548"/>
                    <a:pt x="1693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6" name="Google Shape;466;p37"/>
            <p:cNvSpPr/>
            <p:nvPr/>
          </p:nvSpPr>
          <p:spPr>
            <a:xfrm>
              <a:off x="14274205" y="-2017598"/>
              <a:ext cx="1114987" cy="1176041"/>
            </a:xfrm>
            <a:custGeom>
              <a:rect b="b" l="l" r="r" t="t"/>
              <a:pathLst>
                <a:path extrusionOk="0" h="26098" w="24739">
                  <a:moveTo>
                    <a:pt x="21775" y="0"/>
                  </a:moveTo>
                  <a:cubicBezTo>
                    <a:pt x="21341" y="0"/>
                    <a:pt x="20913" y="131"/>
                    <a:pt x="20568" y="386"/>
                  </a:cubicBezTo>
                  <a:cubicBezTo>
                    <a:pt x="17501" y="2669"/>
                    <a:pt x="14758" y="3759"/>
                    <a:pt x="11468" y="3759"/>
                  </a:cubicBezTo>
                  <a:cubicBezTo>
                    <a:pt x="9275" y="3759"/>
                    <a:pt x="6840" y="3275"/>
                    <a:pt x="3904" y="2337"/>
                  </a:cubicBezTo>
                  <a:cubicBezTo>
                    <a:pt x="3696" y="2272"/>
                    <a:pt x="3485" y="2241"/>
                    <a:pt x="3277" y="2241"/>
                  </a:cubicBezTo>
                  <a:cubicBezTo>
                    <a:pt x="2541" y="2241"/>
                    <a:pt x="1845" y="2628"/>
                    <a:pt x="1517" y="3263"/>
                  </a:cubicBezTo>
                  <a:cubicBezTo>
                    <a:pt x="1433" y="3432"/>
                    <a:pt x="1362" y="3600"/>
                    <a:pt x="1292" y="3769"/>
                  </a:cubicBezTo>
                  <a:cubicBezTo>
                    <a:pt x="744" y="4008"/>
                    <a:pt x="366" y="4541"/>
                    <a:pt x="366" y="5145"/>
                  </a:cubicBezTo>
                  <a:cubicBezTo>
                    <a:pt x="366" y="5496"/>
                    <a:pt x="491" y="5818"/>
                    <a:pt x="716" y="6071"/>
                  </a:cubicBezTo>
                  <a:cubicBezTo>
                    <a:pt x="703" y="6127"/>
                    <a:pt x="688" y="6183"/>
                    <a:pt x="688" y="6254"/>
                  </a:cubicBezTo>
                  <a:cubicBezTo>
                    <a:pt x="267" y="6549"/>
                    <a:pt x="1" y="7026"/>
                    <a:pt x="1" y="7559"/>
                  </a:cubicBezTo>
                  <a:cubicBezTo>
                    <a:pt x="1" y="8023"/>
                    <a:pt x="197" y="8444"/>
                    <a:pt x="506" y="8739"/>
                  </a:cubicBezTo>
                  <a:cubicBezTo>
                    <a:pt x="197" y="9048"/>
                    <a:pt x="1" y="9469"/>
                    <a:pt x="1" y="9918"/>
                  </a:cubicBezTo>
                  <a:cubicBezTo>
                    <a:pt x="1" y="10522"/>
                    <a:pt x="323" y="11041"/>
                    <a:pt x="828" y="11337"/>
                  </a:cubicBezTo>
                  <a:cubicBezTo>
                    <a:pt x="534" y="11645"/>
                    <a:pt x="351" y="12039"/>
                    <a:pt x="351" y="12488"/>
                  </a:cubicBezTo>
                  <a:cubicBezTo>
                    <a:pt x="351" y="13162"/>
                    <a:pt x="772" y="13737"/>
                    <a:pt x="1376" y="14004"/>
                  </a:cubicBezTo>
                  <a:cubicBezTo>
                    <a:pt x="1250" y="14242"/>
                    <a:pt x="1165" y="14495"/>
                    <a:pt x="1165" y="14776"/>
                  </a:cubicBezTo>
                  <a:cubicBezTo>
                    <a:pt x="1165" y="15520"/>
                    <a:pt x="1685" y="16152"/>
                    <a:pt x="2401" y="16376"/>
                  </a:cubicBezTo>
                  <a:cubicBezTo>
                    <a:pt x="2457" y="16488"/>
                    <a:pt x="2500" y="16601"/>
                    <a:pt x="2556" y="16713"/>
                  </a:cubicBezTo>
                  <a:cubicBezTo>
                    <a:pt x="2780" y="17177"/>
                    <a:pt x="3202" y="17499"/>
                    <a:pt x="3692" y="17654"/>
                  </a:cubicBezTo>
                  <a:cubicBezTo>
                    <a:pt x="3900" y="17721"/>
                    <a:pt x="4115" y="17756"/>
                    <a:pt x="4330" y="17756"/>
                  </a:cubicBezTo>
                  <a:cubicBezTo>
                    <a:pt x="4522" y="17756"/>
                    <a:pt x="4714" y="17728"/>
                    <a:pt x="4900" y="17668"/>
                  </a:cubicBezTo>
                  <a:cubicBezTo>
                    <a:pt x="5293" y="17935"/>
                    <a:pt x="5574" y="18328"/>
                    <a:pt x="5658" y="18763"/>
                  </a:cubicBezTo>
                  <a:cubicBezTo>
                    <a:pt x="5757" y="19212"/>
                    <a:pt x="5644" y="19704"/>
                    <a:pt x="5364" y="20083"/>
                  </a:cubicBezTo>
                  <a:cubicBezTo>
                    <a:pt x="5265" y="20223"/>
                    <a:pt x="5293" y="20434"/>
                    <a:pt x="5461" y="20532"/>
                  </a:cubicBezTo>
                  <a:cubicBezTo>
                    <a:pt x="5518" y="20560"/>
                    <a:pt x="5588" y="20588"/>
                    <a:pt x="5658" y="20588"/>
                  </a:cubicBezTo>
                  <a:cubicBezTo>
                    <a:pt x="5770" y="20588"/>
                    <a:pt x="5883" y="20532"/>
                    <a:pt x="5953" y="20434"/>
                  </a:cubicBezTo>
                  <a:cubicBezTo>
                    <a:pt x="6332" y="19914"/>
                    <a:pt x="6472" y="19255"/>
                    <a:pt x="6346" y="18637"/>
                  </a:cubicBezTo>
                  <a:cubicBezTo>
                    <a:pt x="6248" y="18145"/>
                    <a:pt x="5967" y="17682"/>
                    <a:pt x="5560" y="17331"/>
                  </a:cubicBezTo>
                  <a:cubicBezTo>
                    <a:pt x="6206" y="16840"/>
                    <a:pt x="6444" y="15998"/>
                    <a:pt x="6079" y="15268"/>
                  </a:cubicBezTo>
                  <a:cubicBezTo>
                    <a:pt x="5813" y="14734"/>
                    <a:pt x="5588" y="14158"/>
                    <a:pt x="5377" y="13555"/>
                  </a:cubicBezTo>
                  <a:lnTo>
                    <a:pt x="5377" y="13540"/>
                  </a:lnTo>
                  <a:cubicBezTo>
                    <a:pt x="4577" y="11097"/>
                    <a:pt x="4254" y="8233"/>
                    <a:pt x="4577" y="6254"/>
                  </a:cubicBezTo>
                  <a:lnTo>
                    <a:pt x="4577" y="6254"/>
                  </a:lnTo>
                  <a:cubicBezTo>
                    <a:pt x="4634" y="6268"/>
                    <a:pt x="4703" y="6282"/>
                    <a:pt x="4774" y="6310"/>
                  </a:cubicBezTo>
                  <a:cubicBezTo>
                    <a:pt x="5083" y="6801"/>
                    <a:pt x="5658" y="7138"/>
                    <a:pt x="6318" y="7138"/>
                  </a:cubicBezTo>
                  <a:cubicBezTo>
                    <a:pt x="6683" y="7138"/>
                    <a:pt x="7006" y="7040"/>
                    <a:pt x="7287" y="6872"/>
                  </a:cubicBezTo>
                  <a:cubicBezTo>
                    <a:pt x="7329" y="6885"/>
                    <a:pt x="7371" y="6885"/>
                    <a:pt x="7399" y="6900"/>
                  </a:cubicBezTo>
                  <a:cubicBezTo>
                    <a:pt x="7736" y="7293"/>
                    <a:pt x="8256" y="7559"/>
                    <a:pt x="8831" y="7559"/>
                  </a:cubicBezTo>
                  <a:cubicBezTo>
                    <a:pt x="9252" y="7559"/>
                    <a:pt x="9617" y="7434"/>
                    <a:pt x="9926" y="7222"/>
                  </a:cubicBezTo>
                  <a:lnTo>
                    <a:pt x="10010" y="7222"/>
                  </a:lnTo>
                  <a:cubicBezTo>
                    <a:pt x="10334" y="7559"/>
                    <a:pt x="10811" y="7784"/>
                    <a:pt x="11330" y="7784"/>
                  </a:cubicBezTo>
                  <a:cubicBezTo>
                    <a:pt x="11822" y="7784"/>
                    <a:pt x="12271" y="7602"/>
                    <a:pt x="12593" y="7293"/>
                  </a:cubicBezTo>
                  <a:cubicBezTo>
                    <a:pt x="12874" y="7462"/>
                    <a:pt x="13211" y="7559"/>
                    <a:pt x="13576" y="7559"/>
                  </a:cubicBezTo>
                  <a:cubicBezTo>
                    <a:pt x="14152" y="7559"/>
                    <a:pt x="14658" y="7307"/>
                    <a:pt x="14980" y="6928"/>
                  </a:cubicBezTo>
                  <a:cubicBezTo>
                    <a:pt x="15233" y="7054"/>
                    <a:pt x="15528" y="7138"/>
                    <a:pt x="15851" y="7138"/>
                  </a:cubicBezTo>
                  <a:cubicBezTo>
                    <a:pt x="16553" y="7138"/>
                    <a:pt x="17157" y="6760"/>
                    <a:pt x="17451" y="6212"/>
                  </a:cubicBezTo>
                  <a:cubicBezTo>
                    <a:pt x="17718" y="6352"/>
                    <a:pt x="18027" y="6436"/>
                    <a:pt x="18364" y="6436"/>
                  </a:cubicBezTo>
                  <a:cubicBezTo>
                    <a:pt x="19291" y="6436"/>
                    <a:pt x="20034" y="5805"/>
                    <a:pt x="20147" y="4976"/>
                  </a:cubicBezTo>
                  <a:cubicBezTo>
                    <a:pt x="20189" y="4948"/>
                    <a:pt x="20218" y="4935"/>
                    <a:pt x="20259" y="4906"/>
                  </a:cubicBezTo>
                  <a:lnTo>
                    <a:pt x="20259" y="4906"/>
                  </a:lnTo>
                  <a:cubicBezTo>
                    <a:pt x="20639" y="8894"/>
                    <a:pt x="20287" y="12347"/>
                    <a:pt x="19235" y="15183"/>
                  </a:cubicBezTo>
                  <a:cubicBezTo>
                    <a:pt x="19164" y="15365"/>
                    <a:pt x="19024" y="15520"/>
                    <a:pt x="18842" y="15618"/>
                  </a:cubicBezTo>
                  <a:cubicBezTo>
                    <a:pt x="18729" y="15689"/>
                    <a:pt x="18589" y="15730"/>
                    <a:pt x="18434" y="15745"/>
                  </a:cubicBezTo>
                  <a:lnTo>
                    <a:pt x="14517" y="16067"/>
                  </a:lnTo>
                  <a:cubicBezTo>
                    <a:pt x="13941" y="16110"/>
                    <a:pt x="13394" y="16250"/>
                    <a:pt x="12917" y="16488"/>
                  </a:cubicBezTo>
                  <a:cubicBezTo>
                    <a:pt x="11541" y="17121"/>
                    <a:pt x="10600" y="18441"/>
                    <a:pt x="10600" y="19929"/>
                  </a:cubicBezTo>
                  <a:lnTo>
                    <a:pt x="10600" y="22217"/>
                  </a:lnTo>
                  <a:cubicBezTo>
                    <a:pt x="10600" y="22273"/>
                    <a:pt x="10600" y="22344"/>
                    <a:pt x="10614" y="22413"/>
                  </a:cubicBezTo>
                  <a:cubicBezTo>
                    <a:pt x="10684" y="23059"/>
                    <a:pt x="10951" y="23677"/>
                    <a:pt x="11569" y="23929"/>
                  </a:cubicBezTo>
                  <a:cubicBezTo>
                    <a:pt x="11710" y="23972"/>
                    <a:pt x="11667" y="26063"/>
                    <a:pt x="11822" y="26092"/>
                  </a:cubicBezTo>
                  <a:cubicBezTo>
                    <a:pt x="11859" y="26096"/>
                    <a:pt x="11972" y="26098"/>
                    <a:pt x="12109" y="26098"/>
                  </a:cubicBezTo>
                  <a:cubicBezTo>
                    <a:pt x="12383" y="26098"/>
                    <a:pt x="12758" y="26092"/>
                    <a:pt x="12833" y="26092"/>
                  </a:cubicBezTo>
                  <a:cubicBezTo>
                    <a:pt x="13198" y="26092"/>
                    <a:pt x="12748" y="24141"/>
                    <a:pt x="13324" y="23761"/>
                  </a:cubicBezTo>
                  <a:cubicBezTo>
                    <a:pt x="13857" y="23424"/>
                    <a:pt x="14461" y="22849"/>
                    <a:pt x="14461" y="22217"/>
                  </a:cubicBezTo>
                  <a:lnTo>
                    <a:pt x="14461" y="20083"/>
                  </a:lnTo>
                  <a:cubicBezTo>
                    <a:pt x="14728" y="20251"/>
                    <a:pt x="15036" y="20350"/>
                    <a:pt x="15373" y="20350"/>
                  </a:cubicBezTo>
                  <a:cubicBezTo>
                    <a:pt x="15950" y="20350"/>
                    <a:pt x="16468" y="20069"/>
                    <a:pt x="16764" y="19661"/>
                  </a:cubicBezTo>
                  <a:cubicBezTo>
                    <a:pt x="17017" y="19816"/>
                    <a:pt x="17325" y="19901"/>
                    <a:pt x="17662" y="19901"/>
                  </a:cubicBezTo>
                  <a:cubicBezTo>
                    <a:pt x="18153" y="19901"/>
                    <a:pt x="18589" y="19704"/>
                    <a:pt x="18898" y="19381"/>
                  </a:cubicBezTo>
                  <a:cubicBezTo>
                    <a:pt x="19136" y="19508"/>
                    <a:pt x="19417" y="19592"/>
                    <a:pt x="19726" y="19592"/>
                  </a:cubicBezTo>
                  <a:cubicBezTo>
                    <a:pt x="20540" y="19592"/>
                    <a:pt x="21214" y="19058"/>
                    <a:pt x="21369" y="18342"/>
                  </a:cubicBezTo>
                  <a:lnTo>
                    <a:pt x="21397" y="18342"/>
                  </a:lnTo>
                  <a:cubicBezTo>
                    <a:pt x="22323" y="18342"/>
                    <a:pt x="23067" y="17640"/>
                    <a:pt x="23067" y="16784"/>
                  </a:cubicBezTo>
                  <a:cubicBezTo>
                    <a:pt x="23067" y="16587"/>
                    <a:pt x="23025" y="16391"/>
                    <a:pt x="22955" y="16222"/>
                  </a:cubicBezTo>
                  <a:cubicBezTo>
                    <a:pt x="23432" y="15942"/>
                    <a:pt x="23741" y="15464"/>
                    <a:pt x="23741" y="14903"/>
                  </a:cubicBezTo>
                  <a:cubicBezTo>
                    <a:pt x="23741" y="14650"/>
                    <a:pt x="23657" y="14397"/>
                    <a:pt x="23544" y="14186"/>
                  </a:cubicBezTo>
                  <a:cubicBezTo>
                    <a:pt x="23544" y="14144"/>
                    <a:pt x="23559" y="14102"/>
                    <a:pt x="23572" y="14074"/>
                  </a:cubicBezTo>
                  <a:cubicBezTo>
                    <a:pt x="23868" y="13793"/>
                    <a:pt x="24050" y="13400"/>
                    <a:pt x="24050" y="12979"/>
                  </a:cubicBezTo>
                  <a:cubicBezTo>
                    <a:pt x="24050" y="12769"/>
                    <a:pt x="23994" y="12557"/>
                    <a:pt x="23909" y="12375"/>
                  </a:cubicBezTo>
                  <a:cubicBezTo>
                    <a:pt x="23924" y="12347"/>
                    <a:pt x="23924" y="12305"/>
                    <a:pt x="23937" y="12277"/>
                  </a:cubicBezTo>
                  <a:cubicBezTo>
                    <a:pt x="24317" y="11996"/>
                    <a:pt x="24570" y="11547"/>
                    <a:pt x="24570" y="11056"/>
                  </a:cubicBezTo>
                  <a:cubicBezTo>
                    <a:pt x="24570" y="10691"/>
                    <a:pt x="24429" y="10354"/>
                    <a:pt x="24205" y="10086"/>
                  </a:cubicBezTo>
                  <a:cubicBezTo>
                    <a:pt x="24429" y="9820"/>
                    <a:pt x="24570" y="9497"/>
                    <a:pt x="24570" y="9132"/>
                  </a:cubicBezTo>
                  <a:cubicBezTo>
                    <a:pt x="24570" y="8795"/>
                    <a:pt x="24457" y="8486"/>
                    <a:pt x="24261" y="8233"/>
                  </a:cubicBezTo>
                  <a:cubicBezTo>
                    <a:pt x="24555" y="7952"/>
                    <a:pt x="24738" y="7559"/>
                    <a:pt x="24738" y="7138"/>
                  </a:cubicBezTo>
                  <a:cubicBezTo>
                    <a:pt x="24738" y="6704"/>
                    <a:pt x="24555" y="6310"/>
                    <a:pt x="24246" y="6030"/>
                  </a:cubicBezTo>
                  <a:cubicBezTo>
                    <a:pt x="24443" y="5777"/>
                    <a:pt x="24570" y="5453"/>
                    <a:pt x="24570" y="5116"/>
                  </a:cubicBezTo>
                  <a:cubicBezTo>
                    <a:pt x="24570" y="4667"/>
                    <a:pt x="24359" y="4261"/>
                    <a:pt x="24036" y="3980"/>
                  </a:cubicBezTo>
                  <a:cubicBezTo>
                    <a:pt x="24036" y="3937"/>
                    <a:pt x="24022" y="3896"/>
                    <a:pt x="24022" y="3868"/>
                  </a:cubicBezTo>
                  <a:cubicBezTo>
                    <a:pt x="24162" y="3628"/>
                    <a:pt x="24261" y="3362"/>
                    <a:pt x="24261" y="3067"/>
                  </a:cubicBezTo>
                  <a:cubicBezTo>
                    <a:pt x="24261" y="2632"/>
                    <a:pt x="24064" y="2239"/>
                    <a:pt x="23756" y="1958"/>
                  </a:cubicBezTo>
                  <a:cubicBezTo>
                    <a:pt x="23741" y="1803"/>
                    <a:pt x="23713" y="1649"/>
                    <a:pt x="23685" y="1494"/>
                  </a:cubicBezTo>
                  <a:cubicBezTo>
                    <a:pt x="23587" y="877"/>
                    <a:pt x="23123" y="343"/>
                    <a:pt x="22477" y="118"/>
                  </a:cubicBezTo>
                  <a:cubicBezTo>
                    <a:pt x="22249" y="39"/>
                    <a:pt x="22011" y="0"/>
                    <a:pt x="2177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7" name="Google Shape;467;p37"/>
            <p:cNvSpPr/>
            <p:nvPr/>
          </p:nvSpPr>
          <p:spPr>
            <a:xfrm>
              <a:off x="14419732" y="-1841040"/>
              <a:ext cx="839113" cy="751237"/>
            </a:xfrm>
            <a:custGeom>
              <a:rect b="b" l="l" r="r" t="t"/>
              <a:pathLst>
                <a:path extrusionOk="0" h="16671" w="18618">
                  <a:moveTo>
                    <a:pt x="17260" y="1"/>
                  </a:moveTo>
                  <a:cubicBezTo>
                    <a:pt x="17187" y="1"/>
                    <a:pt x="17115" y="8"/>
                    <a:pt x="17045" y="19"/>
                  </a:cubicBezTo>
                  <a:cubicBezTo>
                    <a:pt x="16974" y="19"/>
                    <a:pt x="16876" y="47"/>
                    <a:pt x="16777" y="90"/>
                  </a:cubicBezTo>
                  <a:cubicBezTo>
                    <a:pt x="15950" y="356"/>
                    <a:pt x="14334" y="1227"/>
                    <a:pt x="13773" y="1451"/>
                  </a:cubicBezTo>
                  <a:cubicBezTo>
                    <a:pt x="11871" y="2209"/>
                    <a:pt x="9959" y="2563"/>
                    <a:pt x="8019" y="2563"/>
                  </a:cubicBezTo>
                  <a:cubicBezTo>
                    <a:pt x="6508" y="2563"/>
                    <a:pt x="4981" y="2349"/>
                    <a:pt x="3426" y="1943"/>
                  </a:cubicBezTo>
                  <a:cubicBezTo>
                    <a:pt x="3005" y="1831"/>
                    <a:pt x="2612" y="1634"/>
                    <a:pt x="2232" y="1479"/>
                  </a:cubicBezTo>
                  <a:cubicBezTo>
                    <a:pt x="1894" y="1337"/>
                    <a:pt x="1576" y="1222"/>
                    <a:pt x="1282" y="1222"/>
                  </a:cubicBezTo>
                  <a:cubicBezTo>
                    <a:pt x="1027" y="1222"/>
                    <a:pt x="791" y="1308"/>
                    <a:pt x="576" y="1535"/>
                  </a:cubicBezTo>
                  <a:cubicBezTo>
                    <a:pt x="113" y="2027"/>
                    <a:pt x="1" y="3164"/>
                    <a:pt x="42" y="3810"/>
                  </a:cubicBezTo>
                  <a:cubicBezTo>
                    <a:pt x="126" y="5397"/>
                    <a:pt x="338" y="6477"/>
                    <a:pt x="744" y="8036"/>
                  </a:cubicBezTo>
                  <a:cubicBezTo>
                    <a:pt x="1320" y="10212"/>
                    <a:pt x="2219" y="10957"/>
                    <a:pt x="1966" y="12262"/>
                  </a:cubicBezTo>
                  <a:cubicBezTo>
                    <a:pt x="1770" y="13287"/>
                    <a:pt x="955" y="13540"/>
                    <a:pt x="463" y="13736"/>
                  </a:cubicBezTo>
                  <a:cubicBezTo>
                    <a:pt x="671" y="13803"/>
                    <a:pt x="886" y="13838"/>
                    <a:pt x="1101" y="13838"/>
                  </a:cubicBezTo>
                  <a:cubicBezTo>
                    <a:pt x="1293" y="13838"/>
                    <a:pt x="1485" y="13810"/>
                    <a:pt x="1671" y="13750"/>
                  </a:cubicBezTo>
                  <a:cubicBezTo>
                    <a:pt x="2064" y="14017"/>
                    <a:pt x="2345" y="14410"/>
                    <a:pt x="2429" y="14845"/>
                  </a:cubicBezTo>
                  <a:cubicBezTo>
                    <a:pt x="2528" y="15294"/>
                    <a:pt x="2415" y="15786"/>
                    <a:pt x="2135" y="16165"/>
                  </a:cubicBezTo>
                  <a:cubicBezTo>
                    <a:pt x="2036" y="16305"/>
                    <a:pt x="2064" y="16516"/>
                    <a:pt x="2232" y="16614"/>
                  </a:cubicBezTo>
                  <a:cubicBezTo>
                    <a:pt x="2289" y="16642"/>
                    <a:pt x="2359" y="16670"/>
                    <a:pt x="2429" y="16670"/>
                  </a:cubicBezTo>
                  <a:cubicBezTo>
                    <a:pt x="2541" y="16670"/>
                    <a:pt x="2654" y="16614"/>
                    <a:pt x="2724" y="16516"/>
                  </a:cubicBezTo>
                  <a:cubicBezTo>
                    <a:pt x="3103" y="15996"/>
                    <a:pt x="3243" y="15337"/>
                    <a:pt x="3117" y="14719"/>
                  </a:cubicBezTo>
                  <a:cubicBezTo>
                    <a:pt x="3019" y="14227"/>
                    <a:pt x="2738" y="13764"/>
                    <a:pt x="2331" y="13413"/>
                  </a:cubicBezTo>
                  <a:cubicBezTo>
                    <a:pt x="2977" y="12922"/>
                    <a:pt x="3215" y="12080"/>
                    <a:pt x="2850" y="11350"/>
                  </a:cubicBezTo>
                  <a:cubicBezTo>
                    <a:pt x="2584" y="10816"/>
                    <a:pt x="2359" y="10240"/>
                    <a:pt x="2148" y="9637"/>
                  </a:cubicBezTo>
                  <a:lnTo>
                    <a:pt x="2148" y="9622"/>
                  </a:lnTo>
                  <a:cubicBezTo>
                    <a:pt x="1348" y="7179"/>
                    <a:pt x="1025" y="4315"/>
                    <a:pt x="1348" y="2336"/>
                  </a:cubicBezTo>
                  <a:lnTo>
                    <a:pt x="1348" y="2336"/>
                  </a:lnTo>
                  <a:cubicBezTo>
                    <a:pt x="1405" y="2350"/>
                    <a:pt x="1474" y="2364"/>
                    <a:pt x="1545" y="2392"/>
                  </a:cubicBezTo>
                  <a:cubicBezTo>
                    <a:pt x="1854" y="2883"/>
                    <a:pt x="2429" y="3220"/>
                    <a:pt x="3089" y="3220"/>
                  </a:cubicBezTo>
                  <a:cubicBezTo>
                    <a:pt x="3454" y="3220"/>
                    <a:pt x="3777" y="3122"/>
                    <a:pt x="4058" y="2954"/>
                  </a:cubicBezTo>
                  <a:cubicBezTo>
                    <a:pt x="4100" y="2967"/>
                    <a:pt x="4142" y="2967"/>
                    <a:pt x="4170" y="2982"/>
                  </a:cubicBezTo>
                  <a:cubicBezTo>
                    <a:pt x="4507" y="3375"/>
                    <a:pt x="5027" y="3641"/>
                    <a:pt x="5602" y="3641"/>
                  </a:cubicBezTo>
                  <a:cubicBezTo>
                    <a:pt x="6023" y="3641"/>
                    <a:pt x="6388" y="3516"/>
                    <a:pt x="6697" y="3304"/>
                  </a:cubicBezTo>
                  <a:lnTo>
                    <a:pt x="6781" y="3304"/>
                  </a:lnTo>
                  <a:cubicBezTo>
                    <a:pt x="7105" y="3641"/>
                    <a:pt x="7582" y="3866"/>
                    <a:pt x="8101" y="3866"/>
                  </a:cubicBezTo>
                  <a:cubicBezTo>
                    <a:pt x="8593" y="3866"/>
                    <a:pt x="9042" y="3684"/>
                    <a:pt x="9364" y="3375"/>
                  </a:cubicBezTo>
                  <a:cubicBezTo>
                    <a:pt x="9645" y="3544"/>
                    <a:pt x="9982" y="3641"/>
                    <a:pt x="10347" y="3641"/>
                  </a:cubicBezTo>
                  <a:cubicBezTo>
                    <a:pt x="10923" y="3641"/>
                    <a:pt x="11429" y="3389"/>
                    <a:pt x="11751" y="3010"/>
                  </a:cubicBezTo>
                  <a:cubicBezTo>
                    <a:pt x="12004" y="3136"/>
                    <a:pt x="12299" y="3220"/>
                    <a:pt x="12622" y="3220"/>
                  </a:cubicBezTo>
                  <a:cubicBezTo>
                    <a:pt x="13324" y="3220"/>
                    <a:pt x="13928" y="2842"/>
                    <a:pt x="14222" y="2294"/>
                  </a:cubicBezTo>
                  <a:cubicBezTo>
                    <a:pt x="14489" y="2434"/>
                    <a:pt x="14798" y="2518"/>
                    <a:pt x="15135" y="2518"/>
                  </a:cubicBezTo>
                  <a:cubicBezTo>
                    <a:pt x="16062" y="2518"/>
                    <a:pt x="16805" y="1887"/>
                    <a:pt x="16918" y="1058"/>
                  </a:cubicBezTo>
                  <a:cubicBezTo>
                    <a:pt x="16960" y="1030"/>
                    <a:pt x="16989" y="1017"/>
                    <a:pt x="17030" y="988"/>
                  </a:cubicBezTo>
                  <a:lnTo>
                    <a:pt x="17030" y="988"/>
                  </a:lnTo>
                  <a:cubicBezTo>
                    <a:pt x="17410" y="4976"/>
                    <a:pt x="17058" y="8429"/>
                    <a:pt x="16006" y="11265"/>
                  </a:cubicBezTo>
                  <a:cubicBezTo>
                    <a:pt x="15935" y="11447"/>
                    <a:pt x="15795" y="11602"/>
                    <a:pt x="15613" y="11700"/>
                  </a:cubicBezTo>
                  <a:cubicBezTo>
                    <a:pt x="15922" y="11644"/>
                    <a:pt x="16216" y="11560"/>
                    <a:pt x="16497" y="11419"/>
                  </a:cubicBezTo>
                  <a:cubicBezTo>
                    <a:pt x="16511" y="11419"/>
                    <a:pt x="16511" y="11406"/>
                    <a:pt x="16525" y="11406"/>
                  </a:cubicBezTo>
                  <a:cubicBezTo>
                    <a:pt x="18041" y="10633"/>
                    <a:pt x="18308" y="8766"/>
                    <a:pt x="18392" y="7179"/>
                  </a:cubicBezTo>
                  <a:cubicBezTo>
                    <a:pt x="18462" y="5803"/>
                    <a:pt x="18617" y="4414"/>
                    <a:pt x="18617" y="3024"/>
                  </a:cubicBezTo>
                  <a:cubicBezTo>
                    <a:pt x="18617" y="527"/>
                    <a:pt x="17903" y="1"/>
                    <a:pt x="1726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8" name="Google Shape;468;p37"/>
            <p:cNvSpPr/>
            <p:nvPr/>
          </p:nvSpPr>
          <p:spPr>
            <a:xfrm>
              <a:off x="14752565" y="-1286579"/>
              <a:ext cx="561302" cy="445037"/>
            </a:xfrm>
            <a:custGeom>
              <a:rect b="b" l="l" r="r" t="t"/>
              <a:pathLst>
                <a:path extrusionOk="0" h="9876" w="12454">
                  <a:moveTo>
                    <a:pt x="12341" y="0"/>
                  </a:moveTo>
                  <a:cubicBezTo>
                    <a:pt x="11835" y="225"/>
                    <a:pt x="11373" y="534"/>
                    <a:pt x="10895" y="815"/>
                  </a:cubicBezTo>
                  <a:cubicBezTo>
                    <a:pt x="9379" y="1685"/>
                    <a:pt x="7638" y="2247"/>
                    <a:pt x="5854" y="2415"/>
                  </a:cubicBezTo>
                  <a:cubicBezTo>
                    <a:pt x="4815" y="2527"/>
                    <a:pt x="3567" y="2612"/>
                    <a:pt x="3075" y="3454"/>
                  </a:cubicBezTo>
                  <a:cubicBezTo>
                    <a:pt x="2780" y="3945"/>
                    <a:pt x="2878" y="4549"/>
                    <a:pt x="2865" y="5111"/>
                  </a:cubicBezTo>
                  <a:cubicBezTo>
                    <a:pt x="2865" y="5672"/>
                    <a:pt x="2681" y="6318"/>
                    <a:pt x="2120" y="6543"/>
                  </a:cubicBezTo>
                  <a:cubicBezTo>
                    <a:pt x="1983" y="6595"/>
                    <a:pt x="1839" y="6616"/>
                    <a:pt x="1693" y="6616"/>
                  </a:cubicBezTo>
                  <a:cubicBezTo>
                    <a:pt x="1406" y="6616"/>
                    <a:pt x="1108" y="6532"/>
                    <a:pt x="828" y="6430"/>
                  </a:cubicBezTo>
                  <a:cubicBezTo>
                    <a:pt x="562" y="6346"/>
                    <a:pt x="281" y="6234"/>
                    <a:pt x="0" y="6191"/>
                  </a:cubicBezTo>
                  <a:lnTo>
                    <a:pt x="0" y="6191"/>
                  </a:lnTo>
                  <a:cubicBezTo>
                    <a:pt x="70" y="6837"/>
                    <a:pt x="337" y="7455"/>
                    <a:pt x="955" y="7707"/>
                  </a:cubicBezTo>
                  <a:cubicBezTo>
                    <a:pt x="1096" y="7750"/>
                    <a:pt x="1053" y="9841"/>
                    <a:pt x="1208" y="9870"/>
                  </a:cubicBezTo>
                  <a:cubicBezTo>
                    <a:pt x="1245" y="9874"/>
                    <a:pt x="1358" y="9876"/>
                    <a:pt x="1495" y="9876"/>
                  </a:cubicBezTo>
                  <a:cubicBezTo>
                    <a:pt x="1769" y="9876"/>
                    <a:pt x="2144" y="9870"/>
                    <a:pt x="2219" y="9870"/>
                  </a:cubicBezTo>
                  <a:cubicBezTo>
                    <a:pt x="2584" y="9870"/>
                    <a:pt x="2134" y="7919"/>
                    <a:pt x="2710" y="7539"/>
                  </a:cubicBezTo>
                  <a:cubicBezTo>
                    <a:pt x="3243" y="7202"/>
                    <a:pt x="3847" y="6627"/>
                    <a:pt x="3847" y="5995"/>
                  </a:cubicBezTo>
                  <a:lnTo>
                    <a:pt x="3847" y="3861"/>
                  </a:lnTo>
                  <a:cubicBezTo>
                    <a:pt x="4114" y="4029"/>
                    <a:pt x="4422" y="4128"/>
                    <a:pt x="4759" y="4128"/>
                  </a:cubicBezTo>
                  <a:cubicBezTo>
                    <a:pt x="5336" y="4128"/>
                    <a:pt x="5854" y="3847"/>
                    <a:pt x="6150" y="3439"/>
                  </a:cubicBezTo>
                  <a:cubicBezTo>
                    <a:pt x="6403" y="3594"/>
                    <a:pt x="6711" y="3679"/>
                    <a:pt x="7048" y="3679"/>
                  </a:cubicBezTo>
                  <a:cubicBezTo>
                    <a:pt x="7539" y="3679"/>
                    <a:pt x="7975" y="3482"/>
                    <a:pt x="8284" y="3159"/>
                  </a:cubicBezTo>
                  <a:cubicBezTo>
                    <a:pt x="8522" y="3286"/>
                    <a:pt x="8803" y="3370"/>
                    <a:pt x="9112" y="3370"/>
                  </a:cubicBezTo>
                  <a:cubicBezTo>
                    <a:pt x="9926" y="3370"/>
                    <a:pt x="10600" y="2836"/>
                    <a:pt x="10755" y="2120"/>
                  </a:cubicBezTo>
                  <a:lnTo>
                    <a:pt x="10783" y="2120"/>
                  </a:lnTo>
                  <a:cubicBezTo>
                    <a:pt x="11709" y="2120"/>
                    <a:pt x="12453" y="1418"/>
                    <a:pt x="12453" y="562"/>
                  </a:cubicBezTo>
                  <a:cubicBezTo>
                    <a:pt x="12453" y="365"/>
                    <a:pt x="12411" y="169"/>
                    <a:pt x="1234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9" name="Google Shape;469;p37"/>
            <p:cNvSpPr/>
            <p:nvPr/>
          </p:nvSpPr>
          <p:spPr>
            <a:xfrm>
              <a:off x="14460835" y="-1796517"/>
              <a:ext cx="770156" cy="534036"/>
            </a:xfrm>
            <a:custGeom>
              <a:rect b="b" l="l" r="r" t="t"/>
              <a:pathLst>
                <a:path extrusionOk="0" h="11851" w="17088">
                  <a:moveTo>
                    <a:pt x="16118" y="0"/>
                  </a:moveTo>
                  <a:cubicBezTo>
                    <a:pt x="16161" y="210"/>
                    <a:pt x="16174" y="422"/>
                    <a:pt x="16161" y="618"/>
                  </a:cubicBezTo>
                  <a:cubicBezTo>
                    <a:pt x="16146" y="422"/>
                    <a:pt x="16133" y="210"/>
                    <a:pt x="16118" y="0"/>
                  </a:cubicBezTo>
                  <a:close/>
                  <a:moveTo>
                    <a:pt x="16118" y="0"/>
                  </a:moveTo>
                  <a:cubicBezTo>
                    <a:pt x="16077" y="29"/>
                    <a:pt x="16048" y="42"/>
                    <a:pt x="16006" y="70"/>
                  </a:cubicBezTo>
                  <a:cubicBezTo>
                    <a:pt x="15936" y="519"/>
                    <a:pt x="15683" y="927"/>
                    <a:pt x="15318" y="1193"/>
                  </a:cubicBezTo>
                  <a:cubicBezTo>
                    <a:pt x="15163" y="1306"/>
                    <a:pt x="14981" y="1390"/>
                    <a:pt x="14785" y="1446"/>
                  </a:cubicBezTo>
                  <a:cubicBezTo>
                    <a:pt x="14616" y="1502"/>
                    <a:pt x="14420" y="1530"/>
                    <a:pt x="14223" y="1530"/>
                  </a:cubicBezTo>
                  <a:cubicBezTo>
                    <a:pt x="13886" y="1530"/>
                    <a:pt x="13577" y="1446"/>
                    <a:pt x="13310" y="1306"/>
                  </a:cubicBezTo>
                  <a:cubicBezTo>
                    <a:pt x="13016" y="1854"/>
                    <a:pt x="12412" y="2232"/>
                    <a:pt x="11710" y="2232"/>
                  </a:cubicBezTo>
                  <a:cubicBezTo>
                    <a:pt x="11528" y="2232"/>
                    <a:pt x="11345" y="2204"/>
                    <a:pt x="11176" y="2148"/>
                  </a:cubicBezTo>
                  <a:cubicBezTo>
                    <a:pt x="11050" y="2120"/>
                    <a:pt x="10938" y="2064"/>
                    <a:pt x="10839" y="2022"/>
                  </a:cubicBezTo>
                  <a:cubicBezTo>
                    <a:pt x="10545" y="2359"/>
                    <a:pt x="10124" y="2597"/>
                    <a:pt x="9618" y="2653"/>
                  </a:cubicBezTo>
                  <a:lnTo>
                    <a:pt x="9435" y="2653"/>
                  </a:lnTo>
                  <a:cubicBezTo>
                    <a:pt x="9070" y="2653"/>
                    <a:pt x="8733" y="2556"/>
                    <a:pt x="8452" y="2387"/>
                  </a:cubicBezTo>
                  <a:cubicBezTo>
                    <a:pt x="8130" y="2696"/>
                    <a:pt x="7681" y="2878"/>
                    <a:pt x="7189" y="2878"/>
                  </a:cubicBezTo>
                  <a:cubicBezTo>
                    <a:pt x="6979" y="2878"/>
                    <a:pt x="6768" y="2836"/>
                    <a:pt x="6586" y="2766"/>
                  </a:cubicBezTo>
                  <a:cubicBezTo>
                    <a:pt x="6375" y="2710"/>
                    <a:pt x="6193" y="2597"/>
                    <a:pt x="6038" y="2471"/>
                  </a:cubicBezTo>
                  <a:cubicBezTo>
                    <a:pt x="5982" y="2429"/>
                    <a:pt x="5912" y="2373"/>
                    <a:pt x="5869" y="2316"/>
                  </a:cubicBezTo>
                  <a:lnTo>
                    <a:pt x="5785" y="2316"/>
                  </a:lnTo>
                  <a:cubicBezTo>
                    <a:pt x="5476" y="2528"/>
                    <a:pt x="5111" y="2653"/>
                    <a:pt x="4690" y="2653"/>
                  </a:cubicBezTo>
                  <a:cubicBezTo>
                    <a:pt x="4115" y="2653"/>
                    <a:pt x="3595" y="2387"/>
                    <a:pt x="3258" y="1994"/>
                  </a:cubicBezTo>
                  <a:cubicBezTo>
                    <a:pt x="3230" y="1979"/>
                    <a:pt x="3188" y="1979"/>
                    <a:pt x="3146" y="1966"/>
                  </a:cubicBezTo>
                  <a:cubicBezTo>
                    <a:pt x="3020" y="2050"/>
                    <a:pt x="2893" y="2106"/>
                    <a:pt x="2752" y="2148"/>
                  </a:cubicBezTo>
                  <a:cubicBezTo>
                    <a:pt x="2584" y="2204"/>
                    <a:pt x="2415" y="2232"/>
                    <a:pt x="2247" y="2232"/>
                  </a:cubicBezTo>
                  <a:lnTo>
                    <a:pt x="2177" y="2232"/>
                  </a:lnTo>
                  <a:cubicBezTo>
                    <a:pt x="1517" y="2232"/>
                    <a:pt x="942" y="1895"/>
                    <a:pt x="633" y="1404"/>
                  </a:cubicBezTo>
                  <a:cubicBezTo>
                    <a:pt x="577" y="1390"/>
                    <a:pt x="521" y="1362"/>
                    <a:pt x="465" y="1348"/>
                  </a:cubicBezTo>
                  <a:lnTo>
                    <a:pt x="436" y="1348"/>
                  </a:lnTo>
                  <a:lnTo>
                    <a:pt x="422" y="1362"/>
                  </a:lnTo>
                  <a:cubicBezTo>
                    <a:pt x="184" y="1474"/>
                    <a:pt x="71" y="1755"/>
                    <a:pt x="43" y="2008"/>
                  </a:cubicBezTo>
                  <a:cubicBezTo>
                    <a:pt x="29" y="2064"/>
                    <a:pt x="29" y="2106"/>
                    <a:pt x="29" y="2163"/>
                  </a:cubicBezTo>
                  <a:cubicBezTo>
                    <a:pt x="1" y="2499"/>
                    <a:pt x="71" y="2850"/>
                    <a:pt x="225" y="3173"/>
                  </a:cubicBezTo>
                  <a:cubicBezTo>
                    <a:pt x="253" y="3230"/>
                    <a:pt x="281" y="3299"/>
                    <a:pt x="310" y="3370"/>
                  </a:cubicBezTo>
                  <a:cubicBezTo>
                    <a:pt x="324" y="3510"/>
                    <a:pt x="324" y="3664"/>
                    <a:pt x="338" y="3819"/>
                  </a:cubicBezTo>
                  <a:lnTo>
                    <a:pt x="338" y="3960"/>
                  </a:lnTo>
                  <a:cubicBezTo>
                    <a:pt x="268" y="4450"/>
                    <a:pt x="169" y="4928"/>
                    <a:pt x="212" y="5420"/>
                  </a:cubicBezTo>
                  <a:cubicBezTo>
                    <a:pt x="212" y="5476"/>
                    <a:pt x="212" y="5532"/>
                    <a:pt x="225" y="5588"/>
                  </a:cubicBezTo>
                  <a:cubicBezTo>
                    <a:pt x="253" y="5854"/>
                    <a:pt x="338" y="6122"/>
                    <a:pt x="478" y="6360"/>
                  </a:cubicBezTo>
                  <a:cubicBezTo>
                    <a:pt x="549" y="6487"/>
                    <a:pt x="618" y="6584"/>
                    <a:pt x="717" y="6683"/>
                  </a:cubicBezTo>
                  <a:cubicBezTo>
                    <a:pt x="745" y="6837"/>
                    <a:pt x="787" y="6992"/>
                    <a:pt x="815" y="7146"/>
                  </a:cubicBezTo>
                  <a:cubicBezTo>
                    <a:pt x="830" y="7202"/>
                    <a:pt x="843" y="7245"/>
                    <a:pt x="858" y="7301"/>
                  </a:cubicBezTo>
                  <a:lnTo>
                    <a:pt x="858" y="7708"/>
                  </a:lnTo>
                  <a:cubicBezTo>
                    <a:pt x="886" y="8059"/>
                    <a:pt x="955" y="8396"/>
                    <a:pt x="1082" y="8705"/>
                  </a:cubicBezTo>
                  <a:cubicBezTo>
                    <a:pt x="1223" y="9042"/>
                    <a:pt x="1419" y="9336"/>
                    <a:pt x="1685" y="9603"/>
                  </a:cubicBezTo>
                  <a:cubicBezTo>
                    <a:pt x="1756" y="9660"/>
                    <a:pt x="1840" y="9729"/>
                    <a:pt x="1925" y="9785"/>
                  </a:cubicBezTo>
                  <a:cubicBezTo>
                    <a:pt x="2050" y="9898"/>
                    <a:pt x="2163" y="10010"/>
                    <a:pt x="2303" y="10109"/>
                  </a:cubicBezTo>
                  <a:cubicBezTo>
                    <a:pt x="2458" y="10249"/>
                    <a:pt x="2627" y="10362"/>
                    <a:pt x="2795" y="10487"/>
                  </a:cubicBezTo>
                  <a:lnTo>
                    <a:pt x="3258" y="10783"/>
                  </a:lnTo>
                  <a:cubicBezTo>
                    <a:pt x="3834" y="11148"/>
                    <a:pt x="4409" y="11513"/>
                    <a:pt x="5070" y="11709"/>
                  </a:cubicBezTo>
                  <a:cubicBezTo>
                    <a:pt x="5400" y="11805"/>
                    <a:pt x="5745" y="11851"/>
                    <a:pt x="6091" y="11851"/>
                  </a:cubicBezTo>
                  <a:cubicBezTo>
                    <a:pt x="6507" y="11851"/>
                    <a:pt x="6924" y="11783"/>
                    <a:pt x="7316" y="11653"/>
                  </a:cubicBezTo>
                  <a:cubicBezTo>
                    <a:pt x="7582" y="11569"/>
                    <a:pt x="7835" y="11457"/>
                    <a:pt x="8074" y="11316"/>
                  </a:cubicBezTo>
                  <a:cubicBezTo>
                    <a:pt x="8116" y="11330"/>
                    <a:pt x="8144" y="11358"/>
                    <a:pt x="8186" y="11372"/>
                  </a:cubicBezTo>
                  <a:cubicBezTo>
                    <a:pt x="8383" y="11470"/>
                    <a:pt x="8565" y="11526"/>
                    <a:pt x="8776" y="11582"/>
                  </a:cubicBezTo>
                  <a:cubicBezTo>
                    <a:pt x="9014" y="11470"/>
                    <a:pt x="9267" y="11372"/>
                    <a:pt x="9519" y="11302"/>
                  </a:cubicBezTo>
                  <a:cubicBezTo>
                    <a:pt x="9632" y="11274"/>
                    <a:pt x="9744" y="11246"/>
                    <a:pt x="9871" y="11232"/>
                  </a:cubicBezTo>
                  <a:cubicBezTo>
                    <a:pt x="10011" y="11204"/>
                    <a:pt x="10165" y="11176"/>
                    <a:pt x="10334" y="11161"/>
                  </a:cubicBezTo>
                  <a:lnTo>
                    <a:pt x="10376" y="11161"/>
                  </a:lnTo>
                  <a:lnTo>
                    <a:pt x="11541" y="11064"/>
                  </a:lnTo>
                  <a:lnTo>
                    <a:pt x="14293" y="10839"/>
                  </a:lnTo>
                  <a:cubicBezTo>
                    <a:pt x="14448" y="10824"/>
                    <a:pt x="14588" y="10783"/>
                    <a:pt x="14701" y="10712"/>
                  </a:cubicBezTo>
                  <a:lnTo>
                    <a:pt x="14714" y="10712"/>
                  </a:lnTo>
                  <a:cubicBezTo>
                    <a:pt x="14925" y="10699"/>
                    <a:pt x="15122" y="10642"/>
                    <a:pt x="15304" y="10544"/>
                  </a:cubicBezTo>
                  <a:cubicBezTo>
                    <a:pt x="15655" y="10375"/>
                    <a:pt x="15936" y="10081"/>
                    <a:pt x="16077" y="9757"/>
                  </a:cubicBezTo>
                  <a:cubicBezTo>
                    <a:pt x="16258" y="9308"/>
                    <a:pt x="16258" y="8817"/>
                    <a:pt x="16118" y="8353"/>
                  </a:cubicBezTo>
                  <a:cubicBezTo>
                    <a:pt x="16090" y="8228"/>
                    <a:pt x="16048" y="8101"/>
                    <a:pt x="15992" y="7975"/>
                  </a:cubicBezTo>
                  <a:cubicBezTo>
                    <a:pt x="16062" y="7891"/>
                    <a:pt x="16133" y="7806"/>
                    <a:pt x="16189" y="7736"/>
                  </a:cubicBezTo>
                  <a:cubicBezTo>
                    <a:pt x="16680" y="7076"/>
                    <a:pt x="16835" y="6219"/>
                    <a:pt x="16582" y="5461"/>
                  </a:cubicBezTo>
                  <a:cubicBezTo>
                    <a:pt x="16511" y="5223"/>
                    <a:pt x="16385" y="4984"/>
                    <a:pt x="16413" y="4746"/>
                  </a:cubicBezTo>
                  <a:cubicBezTo>
                    <a:pt x="16413" y="4703"/>
                    <a:pt x="16413" y="4675"/>
                    <a:pt x="16427" y="4662"/>
                  </a:cubicBezTo>
                  <a:cubicBezTo>
                    <a:pt x="16442" y="4521"/>
                    <a:pt x="16498" y="4394"/>
                    <a:pt x="16539" y="4268"/>
                  </a:cubicBezTo>
                  <a:cubicBezTo>
                    <a:pt x="17087" y="2878"/>
                    <a:pt x="16919" y="1277"/>
                    <a:pt x="1611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0" name="Google Shape;470;p37"/>
            <p:cNvSpPr/>
            <p:nvPr/>
          </p:nvSpPr>
          <p:spPr>
            <a:xfrm>
              <a:off x="14562104" y="-1705399"/>
              <a:ext cx="402475" cy="192958"/>
            </a:xfrm>
            <a:custGeom>
              <a:rect b="b" l="l" r="r" t="t"/>
              <a:pathLst>
                <a:path extrusionOk="0" h="4282" w="8930">
                  <a:moveTo>
                    <a:pt x="8592" y="0"/>
                  </a:moveTo>
                  <a:cubicBezTo>
                    <a:pt x="8298" y="337"/>
                    <a:pt x="7877" y="575"/>
                    <a:pt x="7371" y="631"/>
                  </a:cubicBezTo>
                  <a:cubicBezTo>
                    <a:pt x="7091" y="772"/>
                    <a:pt x="6795" y="955"/>
                    <a:pt x="6627" y="1236"/>
                  </a:cubicBezTo>
                  <a:cubicBezTo>
                    <a:pt x="6430" y="1573"/>
                    <a:pt x="6430" y="2007"/>
                    <a:pt x="6627" y="2541"/>
                  </a:cubicBezTo>
                  <a:cubicBezTo>
                    <a:pt x="6669" y="2640"/>
                    <a:pt x="6711" y="2724"/>
                    <a:pt x="6754" y="2836"/>
                  </a:cubicBezTo>
                  <a:cubicBezTo>
                    <a:pt x="6866" y="3074"/>
                    <a:pt x="6964" y="3327"/>
                    <a:pt x="6978" y="3566"/>
                  </a:cubicBezTo>
                  <a:cubicBezTo>
                    <a:pt x="6992" y="3692"/>
                    <a:pt x="6978" y="3748"/>
                    <a:pt x="6950" y="3776"/>
                  </a:cubicBezTo>
                  <a:cubicBezTo>
                    <a:pt x="6950" y="3776"/>
                    <a:pt x="6922" y="3804"/>
                    <a:pt x="6838" y="3804"/>
                  </a:cubicBezTo>
                  <a:cubicBezTo>
                    <a:pt x="6711" y="3791"/>
                    <a:pt x="6557" y="3707"/>
                    <a:pt x="6501" y="3594"/>
                  </a:cubicBezTo>
                  <a:cubicBezTo>
                    <a:pt x="6430" y="3439"/>
                    <a:pt x="6417" y="3257"/>
                    <a:pt x="6389" y="3061"/>
                  </a:cubicBezTo>
                  <a:cubicBezTo>
                    <a:pt x="6374" y="2920"/>
                    <a:pt x="6360" y="2780"/>
                    <a:pt x="6332" y="2640"/>
                  </a:cubicBezTo>
                  <a:cubicBezTo>
                    <a:pt x="6177" y="2035"/>
                    <a:pt x="5672" y="1516"/>
                    <a:pt x="4957" y="1236"/>
                  </a:cubicBezTo>
                  <a:cubicBezTo>
                    <a:pt x="4605" y="1095"/>
                    <a:pt x="4226" y="1024"/>
                    <a:pt x="3777" y="996"/>
                  </a:cubicBezTo>
                  <a:lnTo>
                    <a:pt x="4311" y="772"/>
                  </a:lnTo>
                  <a:cubicBezTo>
                    <a:pt x="4311" y="758"/>
                    <a:pt x="4324" y="758"/>
                    <a:pt x="4339" y="744"/>
                  </a:cubicBezTo>
                  <a:cubicBezTo>
                    <a:pt x="4128" y="688"/>
                    <a:pt x="3946" y="575"/>
                    <a:pt x="3791" y="449"/>
                  </a:cubicBezTo>
                  <a:lnTo>
                    <a:pt x="2570" y="983"/>
                  </a:lnTo>
                  <a:cubicBezTo>
                    <a:pt x="2542" y="996"/>
                    <a:pt x="2514" y="1011"/>
                    <a:pt x="2499" y="1024"/>
                  </a:cubicBezTo>
                  <a:cubicBezTo>
                    <a:pt x="2316" y="1038"/>
                    <a:pt x="2143" y="1048"/>
                    <a:pt x="1974" y="1048"/>
                  </a:cubicBezTo>
                  <a:cubicBezTo>
                    <a:pt x="1780" y="1048"/>
                    <a:pt x="1592" y="1034"/>
                    <a:pt x="1404" y="996"/>
                  </a:cubicBezTo>
                  <a:cubicBezTo>
                    <a:pt x="969" y="899"/>
                    <a:pt x="534" y="590"/>
                    <a:pt x="520" y="197"/>
                  </a:cubicBezTo>
                  <a:cubicBezTo>
                    <a:pt x="520" y="169"/>
                    <a:pt x="505" y="154"/>
                    <a:pt x="505" y="126"/>
                  </a:cubicBezTo>
                  <a:cubicBezTo>
                    <a:pt x="337" y="182"/>
                    <a:pt x="168" y="210"/>
                    <a:pt x="0" y="210"/>
                  </a:cubicBezTo>
                  <a:lnTo>
                    <a:pt x="0" y="225"/>
                  </a:lnTo>
                  <a:cubicBezTo>
                    <a:pt x="15" y="884"/>
                    <a:pt x="674" y="1333"/>
                    <a:pt x="1278" y="1460"/>
                  </a:cubicBezTo>
                  <a:cubicBezTo>
                    <a:pt x="1516" y="1516"/>
                    <a:pt x="1754" y="1534"/>
                    <a:pt x="1990" y="1534"/>
                  </a:cubicBezTo>
                  <a:cubicBezTo>
                    <a:pt x="2227" y="1534"/>
                    <a:pt x="2463" y="1516"/>
                    <a:pt x="2696" y="1502"/>
                  </a:cubicBezTo>
                  <a:cubicBezTo>
                    <a:pt x="2808" y="1488"/>
                    <a:pt x="2907" y="1488"/>
                    <a:pt x="3019" y="1474"/>
                  </a:cubicBezTo>
                  <a:cubicBezTo>
                    <a:pt x="3153" y="1466"/>
                    <a:pt x="3281" y="1462"/>
                    <a:pt x="3404" y="1462"/>
                  </a:cubicBezTo>
                  <a:cubicBezTo>
                    <a:pt x="3940" y="1462"/>
                    <a:pt x="4380" y="1536"/>
                    <a:pt x="4745" y="1685"/>
                  </a:cubicBezTo>
                  <a:cubicBezTo>
                    <a:pt x="5293" y="1895"/>
                    <a:pt x="5700" y="2303"/>
                    <a:pt x="5812" y="2752"/>
                  </a:cubicBezTo>
                  <a:cubicBezTo>
                    <a:pt x="5840" y="2864"/>
                    <a:pt x="5855" y="2977"/>
                    <a:pt x="5869" y="3102"/>
                  </a:cubicBezTo>
                  <a:cubicBezTo>
                    <a:pt x="5883" y="3327"/>
                    <a:pt x="5911" y="3566"/>
                    <a:pt x="6037" y="3804"/>
                  </a:cubicBezTo>
                  <a:cubicBezTo>
                    <a:pt x="6164" y="4057"/>
                    <a:pt x="6486" y="4254"/>
                    <a:pt x="6795" y="4282"/>
                  </a:cubicBezTo>
                  <a:lnTo>
                    <a:pt x="6866" y="4282"/>
                  </a:lnTo>
                  <a:cubicBezTo>
                    <a:pt x="7076" y="4282"/>
                    <a:pt x="7259" y="4197"/>
                    <a:pt x="7385" y="4044"/>
                  </a:cubicBezTo>
                  <a:cubicBezTo>
                    <a:pt x="7484" y="3917"/>
                    <a:pt x="7525" y="3735"/>
                    <a:pt x="7512" y="3523"/>
                  </a:cubicBezTo>
                  <a:cubicBezTo>
                    <a:pt x="7484" y="3215"/>
                    <a:pt x="7357" y="2920"/>
                    <a:pt x="7244" y="2653"/>
                  </a:cubicBezTo>
                  <a:cubicBezTo>
                    <a:pt x="7203" y="2555"/>
                    <a:pt x="7160" y="2471"/>
                    <a:pt x="7119" y="2372"/>
                  </a:cubicBezTo>
                  <a:cubicBezTo>
                    <a:pt x="6978" y="1979"/>
                    <a:pt x="6964" y="1685"/>
                    <a:pt x="7091" y="1460"/>
                  </a:cubicBezTo>
                  <a:cubicBezTo>
                    <a:pt x="7244" y="1221"/>
                    <a:pt x="7553" y="1081"/>
                    <a:pt x="7905" y="927"/>
                  </a:cubicBezTo>
                  <a:cubicBezTo>
                    <a:pt x="8298" y="744"/>
                    <a:pt x="8747" y="534"/>
                    <a:pt x="8929" y="126"/>
                  </a:cubicBezTo>
                  <a:cubicBezTo>
                    <a:pt x="8803" y="98"/>
                    <a:pt x="8691" y="42"/>
                    <a:pt x="859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1" name="Google Shape;471;p37"/>
            <p:cNvSpPr/>
            <p:nvPr/>
          </p:nvSpPr>
          <p:spPr>
            <a:xfrm>
              <a:off x="14460835" y="-1742756"/>
              <a:ext cx="747351" cy="480276"/>
            </a:xfrm>
            <a:custGeom>
              <a:rect b="b" l="l" r="r" t="t"/>
              <a:pathLst>
                <a:path extrusionOk="0" h="10658" w="16582">
                  <a:moveTo>
                    <a:pt x="13914" y="2303"/>
                  </a:moveTo>
                  <a:cubicBezTo>
                    <a:pt x="14055" y="2486"/>
                    <a:pt x="14181" y="2668"/>
                    <a:pt x="14293" y="2879"/>
                  </a:cubicBezTo>
                  <a:lnTo>
                    <a:pt x="14308" y="2879"/>
                  </a:lnTo>
                  <a:lnTo>
                    <a:pt x="14308" y="2907"/>
                  </a:lnTo>
                  <a:cubicBezTo>
                    <a:pt x="14321" y="2907"/>
                    <a:pt x="14308" y="2920"/>
                    <a:pt x="14321" y="2935"/>
                  </a:cubicBezTo>
                  <a:cubicBezTo>
                    <a:pt x="14336" y="2949"/>
                    <a:pt x="14349" y="2977"/>
                    <a:pt x="14364" y="2991"/>
                  </a:cubicBezTo>
                  <a:lnTo>
                    <a:pt x="14364" y="3005"/>
                  </a:lnTo>
                  <a:cubicBezTo>
                    <a:pt x="14742" y="3735"/>
                    <a:pt x="14897" y="4564"/>
                    <a:pt x="14798" y="5363"/>
                  </a:cubicBezTo>
                  <a:cubicBezTo>
                    <a:pt x="14461" y="5209"/>
                    <a:pt x="14096" y="5111"/>
                    <a:pt x="13718" y="5069"/>
                  </a:cubicBezTo>
                  <a:cubicBezTo>
                    <a:pt x="13675" y="4592"/>
                    <a:pt x="13577" y="4171"/>
                    <a:pt x="13394" y="3791"/>
                  </a:cubicBezTo>
                  <a:cubicBezTo>
                    <a:pt x="13212" y="3384"/>
                    <a:pt x="12917" y="3019"/>
                    <a:pt x="12580" y="2767"/>
                  </a:cubicBezTo>
                  <a:cubicBezTo>
                    <a:pt x="13072" y="2682"/>
                    <a:pt x="13521" y="2527"/>
                    <a:pt x="13914" y="2303"/>
                  </a:cubicBezTo>
                  <a:close/>
                  <a:moveTo>
                    <a:pt x="6201" y="4544"/>
                  </a:moveTo>
                  <a:cubicBezTo>
                    <a:pt x="6315" y="4544"/>
                    <a:pt x="6429" y="4554"/>
                    <a:pt x="6543" y="4577"/>
                  </a:cubicBezTo>
                  <a:cubicBezTo>
                    <a:pt x="6543" y="4592"/>
                    <a:pt x="6558" y="4592"/>
                    <a:pt x="6571" y="4605"/>
                  </a:cubicBezTo>
                  <a:cubicBezTo>
                    <a:pt x="6571" y="4676"/>
                    <a:pt x="6571" y="4760"/>
                    <a:pt x="6558" y="4830"/>
                  </a:cubicBezTo>
                  <a:cubicBezTo>
                    <a:pt x="6558" y="5209"/>
                    <a:pt x="6543" y="5631"/>
                    <a:pt x="6740" y="5981"/>
                  </a:cubicBezTo>
                  <a:cubicBezTo>
                    <a:pt x="6347" y="6333"/>
                    <a:pt x="6024" y="6739"/>
                    <a:pt x="5785" y="7188"/>
                  </a:cubicBezTo>
                  <a:cubicBezTo>
                    <a:pt x="5715" y="7301"/>
                    <a:pt x="5771" y="7441"/>
                    <a:pt x="5897" y="7512"/>
                  </a:cubicBezTo>
                  <a:cubicBezTo>
                    <a:pt x="5940" y="7525"/>
                    <a:pt x="5968" y="7525"/>
                    <a:pt x="6010" y="7525"/>
                  </a:cubicBezTo>
                  <a:cubicBezTo>
                    <a:pt x="6108" y="7525"/>
                    <a:pt x="6206" y="7484"/>
                    <a:pt x="6249" y="7400"/>
                  </a:cubicBezTo>
                  <a:cubicBezTo>
                    <a:pt x="6459" y="7020"/>
                    <a:pt x="6740" y="6655"/>
                    <a:pt x="7077" y="6361"/>
                  </a:cubicBezTo>
                  <a:cubicBezTo>
                    <a:pt x="7344" y="6585"/>
                    <a:pt x="7694" y="6698"/>
                    <a:pt x="7962" y="6782"/>
                  </a:cubicBezTo>
                  <a:cubicBezTo>
                    <a:pt x="8228" y="6866"/>
                    <a:pt x="8481" y="6922"/>
                    <a:pt x="8720" y="6950"/>
                  </a:cubicBezTo>
                  <a:cubicBezTo>
                    <a:pt x="8649" y="7076"/>
                    <a:pt x="8593" y="7203"/>
                    <a:pt x="8551" y="7329"/>
                  </a:cubicBezTo>
                  <a:cubicBezTo>
                    <a:pt x="8481" y="7469"/>
                    <a:pt x="8424" y="7596"/>
                    <a:pt x="8355" y="7709"/>
                  </a:cubicBezTo>
                  <a:cubicBezTo>
                    <a:pt x="8271" y="7821"/>
                    <a:pt x="8144" y="7933"/>
                    <a:pt x="7990" y="8059"/>
                  </a:cubicBezTo>
                  <a:cubicBezTo>
                    <a:pt x="7559" y="8357"/>
                    <a:pt x="7008" y="8516"/>
                    <a:pt x="6458" y="8516"/>
                  </a:cubicBezTo>
                  <a:cubicBezTo>
                    <a:pt x="6307" y="8516"/>
                    <a:pt x="6157" y="8504"/>
                    <a:pt x="6010" y="8480"/>
                  </a:cubicBezTo>
                  <a:cubicBezTo>
                    <a:pt x="5912" y="8467"/>
                    <a:pt x="5813" y="8452"/>
                    <a:pt x="5715" y="8424"/>
                  </a:cubicBezTo>
                  <a:cubicBezTo>
                    <a:pt x="5631" y="8396"/>
                    <a:pt x="5532" y="8368"/>
                    <a:pt x="5448" y="8340"/>
                  </a:cubicBezTo>
                  <a:cubicBezTo>
                    <a:pt x="5238" y="8255"/>
                    <a:pt x="5083" y="8158"/>
                    <a:pt x="4957" y="8045"/>
                  </a:cubicBezTo>
                  <a:cubicBezTo>
                    <a:pt x="4634" y="7737"/>
                    <a:pt x="4592" y="7287"/>
                    <a:pt x="4634" y="6922"/>
                  </a:cubicBezTo>
                  <a:cubicBezTo>
                    <a:pt x="4648" y="6767"/>
                    <a:pt x="4676" y="6613"/>
                    <a:pt x="4718" y="6515"/>
                  </a:cubicBezTo>
                  <a:lnTo>
                    <a:pt x="4718" y="6473"/>
                  </a:lnTo>
                  <a:cubicBezTo>
                    <a:pt x="4789" y="6248"/>
                    <a:pt x="4873" y="6037"/>
                    <a:pt x="4957" y="5813"/>
                  </a:cubicBezTo>
                  <a:cubicBezTo>
                    <a:pt x="5098" y="5476"/>
                    <a:pt x="5238" y="5111"/>
                    <a:pt x="5294" y="4732"/>
                  </a:cubicBezTo>
                  <a:cubicBezTo>
                    <a:pt x="5590" y="4619"/>
                    <a:pt x="5894" y="4544"/>
                    <a:pt x="6201" y="4544"/>
                  </a:cubicBezTo>
                  <a:close/>
                  <a:moveTo>
                    <a:pt x="11385" y="2820"/>
                  </a:moveTo>
                  <a:cubicBezTo>
                    <a:pt x="11415" y="2820"/>
                    <a:pt x="11448" y="2821"/>
                    <a:pt x="11485" y="2823"/>
                  </a:cubicBezTo>
                  <a:lnTo>
                    <a:pt x="11724" y="2823"/>
                  </a:lnTo>
                  <a:cubicBezTo>
                    <a:pt x="11738" y="2836"/>
                    <a:pt x="11752" y="2851"/>
                    <a:pt x="11766" y="2851"/>
                  </a:cubicBezTo>
                  <a:cubicBezTo>
                    <a:pt x="12258" y="3047"/>
                    <a:pt x="12664" y="3454"/>
                    <a:pt x="12917" y="3974"/>
                  </a:cubicBezTo>
                  <a:cubicBezTo>
                    <a:pt x="13128" y="4423"/>
                    <a:pt x="13212" y="4957"/>
                    <a:pt x="13198" y="5603"/>
                  </a:cubicBezTo>
                  <a:cubicBezTo>
                    <a:pt x="13184" y="5771"/>
                    <a:pt x="13184" y="5968"/>
                    <a:pt x="13114" y="6136"/>
                  </a:cubicBezTo>
                  <a:cubicBezTo>
                    <a:pt x="13044" y="6318"/>
                    <a:pt x="12904" y="6487"/>
                    <a:pt x="12777" y="6655"/>
                  </a:cubicBezTo>
                  <a:lnTo>
                    <a:pt x="12623" y="6852"/>
                  </a:lnTo>
                  <a:lnTo>
                    <a:pt x="12412" y="7132"/>
                  </a:lnTo>
                  <a:lnTo>
                    <a:pt x="11878" y="7806"/>
                  </a:lnTo>
                  <a:cubicBezTo>
                    <a:pt x="11794" y="7919"/>
                    <a:pt x="11822" y="8059"/>
                    <a:pt x="11949" y="8143"/>
                  </a:cubicBezTo>
                  <a:cubicBezTo>
                    <a:pt x="11990" y="8171"/>
                    <a:pt x="12047" y="8186"/>
                    <a:pt x="12089" y="8186"/>
                  </a:cubicBezTo>
                  <a:cubicBezTo>
                    <a:pt x="12174" y="8186"/>
                    <a:pt x="12258" y="8143"/>
                    <a:pt x="12314" y="8087"/>
                  </a:cubicBezTo>
                  <a:lnTo>
                    <a:pt x="12608" y="7694"/>
                  </a:lnTo>
                  <a:cubicBezTo>
                    <a:pt x="12805" y="8017"/>
                    <a:pt x="13100" y="8284"/>
                    <a:pt x="13465" y="8452"/>
                  </a:cubicBezTo>
                  <a:cubicBezTo>
                    <a:pt x="13507" y="8467"/>
                    <a:pt x="13535" y="8467"/>
                    <a:pt x="13577" y="8467"/>
                  </a:cubicBezTo>
                  <a:cubicBezTo>
                    <a:pt x="13675" y="8467"/>
                    <a:pt x="13774" y="8424"/>
                    <a:pt x="13816" y="8340"/>
                  </a:cubicBezTo>
                  <a:cubicBezTo>
                    <a:pt x="13872" y="8214"/>
                    <a:pt x="13830" y="8074"/>
                    <a:pt x="13690" y="8017"/>
                  </a:cubicBezTo>
                  <a:cubicBezTo>
                    <a:pt x="13353" y="7862"/>
                    <a:pt x="13086" y="7568"/>
                    <a:pt x="12973" y="7231"/>
                  </a:cubicBezTo>
                  <a:lnTo>
                    <a:pt x="13198" y="6936"/>
                  </a:lnTo>
                  <a:cubicBezTo>
                    <a:pt x="13241" y="6880"/>
                    <a:pt x="13297" y="6823"/>
                    <a:pt x="13338" y="6767"/>
                  </a:cubicBezTo>
                  <a:cubicBezTo>
                    <a:pt x="14209" y="7175"/>
                    <a:pt x="14826" y="7890"/>
                    <a:pt x="14939" y="8649"/>
                  </a:cubicBezTo>
                  <a:cubicBezTo>
                    <a:pt x="14967" y="8817"/>
                    <a:pt x="14953" y="8944"/>
                    <a:pt x="14897" y="9042"/>
                  </a:cubicBezTo>
                  <a:cubicBezTo>
                    <a:pt x="14813" y="9210"/>
                    <a:pt x="14574" y="9309"/>
                    <a:pt x="14308" y="9407"/>
                  </a:cubicBezTo>
                  <a:cubicBezTo>
                    <a:pt x="13861" y="9569"/>
                    <a:pt x="13416" y="9744"/>
                    <a:pt x="12945" y="9744"/>
                  </a:cubicBezTo>
                  <a:cubicBezTo>
                    <a:pt x="12926" y="9744"/>
                    <a:pt x="12908" y="9744"/>
                    <a:pt x="12889" y="9744"/>
                  </a:cubicBezTo>
                  <a:cubicBezTo>
                    <a:pt x="12299" y="9730"/>
                    <a:pt x="11738" y="9449"/>
                    <a:pt x="11176" y="9141"/>
                  </a:cubicBezTo>
                  <a:cubicBezTo>
                    <a:pt x="10699" y="8860"/>
                    <a:pt x="10236" y="8592"/>
                    <a:pt x="9941" y="8199"/>
                  </a:cubicBezTo>
                  <a:cubicBezTo>
                    <a:pt x="9674" y="7877"/>
                    <a:pt x="9519" y="7372"/>
                    <a:pt x="9759" y="6978"/>
                  </a:cubicBezTo>
                  <a:cubicBezTo>
                    <a:pt x="9828" y="6964"/>
                    <a:pt x="9899" y="6964"/>
                    <a:pt x="9969" y="6950"/>
                  </a:cubicBezTo>
                  <a:cubicBezTo>
                    <a:pt x="10713" y="6795"/>
                    <a:pt x="11331" y="6346"/>
                    <a:pt x="11584" y="5771"/>
                  </a:cubicBezTo>
                  <a:cubicBezTo>
                    <a:pt x="11682" y="5532"/>
                    <a:pt x="11710" y="5307"/>
                    <a:pt x="11710" y="5083"/>
                  </a:cubicBezTo>
                  <a:cubicBezTo>
                    <a:pt x="11763" y="5080"/>
                    <a:pt x="11816" y="5079"/>
                    <a:pt x="11869" y="5079"/>
                  </a:cubicBezTo>
                  <a:cubicBezTo>
                    <a:pt x="12125" y="5079"/>
                    <a:pt x="12381" y="5104"/>
                    <a:pt x="12636" y="5139"/>
                  </a:cubicBezTo>
                  <a:lnTo>
                    <a:pt x="12679" y="5139"/>
                  </a:lnTo>
                  <a:cubicBezTo>
                    <a:pt x="12805" y="5139"/>
                    <a:pt x="12917" y="5069"/>
                    <a:pt x="12945" y="4942"/>
                  </a:cubicBezTo>
                  <a:cubicBezTo>
                    <a:pt x="12973" y="4816"/>
                    <a:pt x="12876" y="4689"/>
                    <a:pt x="12735" y="4661"/>
                  </a:cubicBezTo>
                  <a:cubicBezTo>
                    <a:pt x="12370" y="4605"/>
                    <a:pt x="12019" y="4592"/>
                    <a:pt x="11654" y="4592"/>
                  </a:cubicBezTo>
                  <a:cubicBezTo>
                    <a:pt x="11584" y="4296"/>
                    <a:pt x="11472" y="3987"/>
                    <a:pt x="11359" y="3679"/>
                  </a:cubicBezTo>
                  <a:cubicBezTo>
                    <a:pt x="11275" y="3454"/>
                    <a:pt x="11191" y="3244"/>
                    <a:pt x="11135" y="3019"/>
                  </a:cubicBezTo>
                  <a:cubicBezTo>
                    <a:pt x="11107" y="2920"/>
                    <a:pt x="11107" y="2879"/>
                    <a:pt x="11120" y="2864"/>
                  </a:cubicBezTo>
                  <a:cubicBezTo>
                    <a:pt x="11120" y="2864"/>
                    <a:pt x="11153" y="2820"/>
                    <a:pt x="11385" y="2820"/>
                  </a:cubicBezTo>
                  <a:close/>
                  <a:moveTo>
                    <a:pt x="4000" y="6862"/>
                  </a:moveTo>
                  <a:cubicBezTo>
                    <a:pt x="4039" y="6862"/>
                    <a:pt x="4077" y="6863"/>
                    <a:pt x="4115" y="6866"/>
                  </a:cubicBezTo>
                  <a:cubicBezTo>
                    <a:pt x="4044" y="7484"/>
                    <a:pt x="4199" y="8031"/>
                    <a:pt x="4578" y="8382"/>
                  </a:cubicBezTo>
                  <a:cubicBezTo>
                    <a:pt x="4704" y="8508"/>
                    <a:pt x="4858" y="8607"/>
                    <a:pt x="5055" y="8691"/>
                  </a:cubicBezTo>
                  <a:cubicBezTo>
                    <a:pt x="4746" y="8804"/>
                    <a:pt x="4437" y="8873"/>
                    <a:pt x="4115" y="8901"/>
                  </a:cubicBezTo>
                  <a:cubicBezTo>
                    <a:pt x="3974" y="8916"/>
                    <a:pt x="3876" y="9028"/>
                    <a:pt x="3890" y="9169"/>
                  </a:cubicBezTo>
                  <a:cubicBezTo>
                    <a:pt x="3904" y="9294"/>
                    <a:pt x="4016" y="9379"/>
                    <a:pt x="4143" y="9379"/>
                  </a:cubicBezTo>
                  <a:lnTo>
                    <a:pt x="4184" y="9379"/>
                  </a:lnTo>
                  <a:cubicBezTo>
                    <a:pt x="4733" y="9322"/>
                    <a:pt x="5280" y="9169"/>
                    <a:pt x="5771" y="8929"/>
                  </a:cubicBezTo>
                  <a:cubicBezTo>
                    <a:pt x="5996" y="8986"/>
                    <a:pt x="6221" y="9000"/>
                    <a:pt x="6431" y="9000"/>
                  </a:cubicBezTo>
                  <a:cubicBezTo>
                    <a:pt x="6839" y="9000"/>
                    <a:pt x="7245" y="8929"/>
                    <a:pt x="7625" y="8789"/>
                  </a:cubicBezTo>
                  <a:lnTo>
                    <a:pt x="7625" y="8789"/>
                  </a:lnTo>
                  <a:cubicBezTo>
                    <a:pt x="7835" y="9169"/>
                    <a:pt x="7751" y="9477"/>
                    <a:pt x="7582" y="9884"/>
                  </a:cubicBezTo>
                  <a:cubicBezTo>
                    <a:pt x="7150" y="10148"/>
                    <a:pt x="6483" y="10227"/>
                    <a:pt x="5912" y="10227"/>
                  </a:cubicBezTo>
                  <a:cubicBezTo>
                    <a:pt x="5815" y="10227"/>
                    <a:pt x="5721" y="10225"/>
                    <a:pt x="5631" y="10221"/>
                  </a:cubicBezTo>
                  <a:cubicBezTo>
                    <a:pt x="4578" y="10165"/>
                    <a:pt x="2795" y="8776"/>
                    <a:pt x="2752" y="8677"/>
                  </a:cubicBezTo>
                  <a:cubicBezTo>
                    <a:pt x="2711" y="8592"/>
                    <a:pt x="2683" y="8508"/>
                    <a:pt x="2655" y="8424"/>
                  </a:cubicBezTo>
                  <a:cubicBezTo>
                    <a:pt x="2542" y="7989"/>
                    <a:pt x="2711" y="7484"/>
                    <a:pt x="3076" y="7188"/>
                  </a:cubicBezTo>
                  <a:cubicBezTo>
                    <a:pt x="3328" y="6974"/>
                    <a:pt x="3660" y="6862"/>
                    <a:pt x="4000" y="6862"/>
                  </a:cubicBezTo>
                  <a:close/>
                  <a:moveTo>
                    <a:pt x="15318" y="0"/>
                  </a:moveTo>
                  <a:lnTo>
                    <a:pt x="15318" y="0"/>
                  </a:lnTo>
                  <a:cubicBezTo>
                    <a:pt x="15163" y="113"/>
                    <a:pt x="14981" y="197"/>
                    <a:pt x="14785" y="253"/>
                  </a:cubicBezTo>
                  <a:cubicBezTo>
                    <a:pt x="14742" y="801"/>
                    <a:pt x="14420" y="1348"/>
                    <a:pt x="13900" y="1728"/>
                  </a:cubicBezTo>
                  <a:cubicBezTo>
                    <a:pt x="13858" y="1756"/>
                    <a:pt x="13830" y="1769"/>
                    <a:pt x="13802" y="1797"/>
                  </a:cubicBezTo>
                  <a:cubicBezTo>
                    <a:pt x="13746" y="1840"/>
                    <a:pt x="13690" y="1868"/>
                    <a:pt x="13634" y="1896"/>
                  </a:cubicBezTo>
                  <a:cubicBezTo>
                    <a:pt x="13115" y="2186"/>
                    <a:pt x="12461" y="2352"/>
                    <a:pt x="11752" y="2352"/>
                  </a:cubicBezTo>
                  <a:cubicBezTo>
                    <a:pt x="11673" y="2352"/>
                    <a:pt x="11593" y="2350"/>
                    <a:pt x="11513" y="2345"/>
                  </a:cubicBezTo>
                  <a:cubicBezTo>
                    <a:pt x="11472" y="2342"/>
                    <a:pt x="11414" y="2338"/>
                    <a:pt x="11346" y="2338"/>
                  </a:cubicBezTo>
                  <a:cubicBezTo>
                    <a:pt x="11114" y="2338"/>
                    <a:pt x="10773" y="2385"/>
                    <a:pt x="10643" y="2668"/>
                  </a:cubicBezTo>
                  <a:cubicBezTo>
                    <a:pt x="10545" y="2851"/>
                    <a:pt x="10601" y="3047"/>
                    <a:pt x="10629" y="3145"/>
                  </a:cubicBezTo>
                  <a:cubicBezTo>
                    <a:pt x="10685" y="3370"/>
                    <a:pt x="10783" y="3609"/>
                    <a:pt x="10867" y="3834"/>
                  </a:cubicBezTo>
                  <a:cubicBezTo>
                    <a:pt x="10966" y="4114"/>
                    <a:pt x="11064" y="4381"/>
                    <a:pt x="11120" y="4648"/>
                  </a:cubicBezTo>
                  <a:cubicBezTo>
                    <a:pt x="11135" y="4661"/>
                    <a:pt x="11176" y="5041"/>
                    <a:pt x="11176" y="5041"/>
                  </a:cubicBezTo>
                  <a:cubicBezTo>
                    <a:pt x="11176" y="5054"/>
                    <a:pt x="11163" y="5434"/>
                    <a:pt x="11092" y="5588"/>
                  </a:cubicBezTo>
                  <a:cubicBezTo>
                    <a:pt x="10910" y="6024"/>
                    <a:pt x="10433" y="6361"/>
                    <a:pt x="9856" y="6473"/>
                  </a:cubicBezTo>
                  <a:cubicBezTo>
                    <a:pt x="9685" y="6506"/>
                    <a:pt x="9508" y="6523"/>
                    <a:pt x="9322" y="6523"/>
                  </a:cubicBezTo>
                  <a:cubicBezTo>
                    <a:pt x="8958" y="6523"/>
                    <a:pt x="8561" y="6458"/>
                    <a:pt x="8116" y="6318"/>
                  </a:cubicBezTo>
                  <a:cubicBezTo>
                    <a:pt x="7821" y="6234"/>
                    <a:pt x="7597" y="6136"/>
                    <a:pt x="7442" y="6009"/>
                  </a:cubicBezTo>
                  <a:cubicBezTo>
                    <a:pt x="7344" y="5940"/>
                    <a:pt x="7273" y="5869"/>
                    <a:pt x="7217" y="5785"/>
                  </a:cubicBezTo>
                  <a:cubicBezTo>
                    <a:pt x="7204" y="5756"/>
                    <a:pt x="7189" y="5728"/>
                    <a:pt x="7175" y="5715"/>
                  </a:cubicBezTo>
                  <a:cubicBezTo>
                    <a:pt x="7077" y="5462"/>
                    <a:pt x="7077" y="5167"/>
                    <a:pt x="7091" y="4844"/>
                  </a:cubicBezTo>
                  <a:cubicBezTo>
                    <a:pt x="7105" y="4367"/>
                    <a:pt x="7119" y="3819"/>
                    <a:pt x="6642" y="3469"/>
                  </a:cubicBezTo>
                  <a:cubicBezTo>
                    <a:pt x="6398" y="3284"/>
                    <a:pt x="6112" y="3227"/>
                    <a:pt x="5822" y="3227"/>
                  </a:cubicBezTo>
                  <a:cubicBezTo>
                    <a:pt x="5560" y="3227"/>
                    <a:pt x="5295" y="3274"/>
                    <a:pt x="5055" y="3314"/>
                  </a:cubicBezTo>
                  <a:lnTo>
                    <a:pt x="5013" y="3314"/>
                  </a:lnTo>
                  <a:cubicBezTo>
                    <a:pt x="4579" y="3387"/>
                    <a:pt x="4161" y="3423"/>
                    <a:pt x="3763" y="3423"/>
                  </a:cubicBezTo>
                  <a:cubicBezTo>
                    <a:pt x="3093" y="3423"/>
                    <a:pt x="2481" y="3320"/>
                    <a:pt x="1953" y="3117"/>
                  </a:cubicBezTo>
                  <a:cubicBezTo>
                    <a:pt x="970" y="2724"/>
                    <a:pt x="240" y="1938"/>
                    <a:pt x="85" y="1095"/>
                  </a:cubicBezTo>
                  <a:cubicBezTo>
                    <a:pt x="85" y="1054"/>
                    <a:pt x="57" y="1011"/>
                    <a:pt x="29" y="970"/>
                  </a:cubicBezTo>
                  <a:lnTo>
                    <a:pt x="29" y="970"/>
                  </a:lnTo>
                  <a:cubicBezTo>
                    <a:pt x="1" y="1306"/>
                    <a:pt x="71" y="1657"/>
                    <a:pt x="225" y="1980"/>
                  </a:cubicBezTo>
                  <a:cubicBezTo>
                    <a:pt x="253" y="2037"/>
                    <a:pt x="281" y="2106"/>
                    <a:pt x="310" y="2177"/>
                  </a:cubicBezTo>
                  <a:cubicBezTo>
                    <a:pt x="324" y="2317"/>
                    <a:pt x="324" y="2471"/>
                    <a:pt x="338" y="2626"/>
                  </a:cubicBezTo>
                  <a:cubicBezTo>
                    <a:pt x="703" y="3019"/>
                    <a:pt x="1180" y="3342"/>
                    <a:pt x="1742" y="3553"/>
                  </a:cubicBezTo>
                  <a:cubicBezTo>
                    <a:pt x="1798" y="3581"/>
                    <a:pt x="1869" y="3609"/>
                    <a:pt x="1925" y="3622"/>
                  </a:cubicBezTo>
                  <a:cubicBezTo>
                    <a:pt x="1784" y="3918"/>
                    <a:pt x="1742" y="4240"/>
                    <a:pt x="1798" y="4549"/>
                  </a:cubicBezTo>
                  <a:cubicBezTo>
                    <a:pt x="1812" y="4676"/>
                    <a:pt x="1925" y="4760"/>
                    <a:pt x="2050" y="4760"/>
                  </a:cubicBezTo>
                  <a:cubicBezTo>
                    <a:pt x="2065" y="4760"/>
                    <a:pt x="2079" y="4760"/>
                    <a:pt x="2093" y="4746"/>
                  </a:cubicBezTo>
                  <a:cubicBezTo>
                    <a:pt x="2234" y="4732"/>
                    <a:pt x="2331" y="4605"/>
                    <a:pt x="2318" y="4479"/>
                  </a:cubicBezTo>
                  <a:cubicBezTo>
                    <a:pt x="2275" y="4240"/>
                    <a:pt x="2318" y="3987"/>
                    <a:pt x="2444" y="3763"/>
                  </a:cubicBezTo>
                  <a:cubicBezTo>
                    <a:pt x="2868" y="3860"/>
                    <a:pt x="3319" y="3909"/>
                    <a:pt x="3792" y="3909"/>
                  </a:cubicBezTo>
                  <a:cubicBezTo>
                    <a:pt x="4212" y="3909"/>
                    <a:pt x="4648" y="3870"/>
                    <a:pt x="5098" y="3791"/>
                  </a:cubicBezTo>
                  <a:lnTo>
                    <a:pt x="5154" y="3777"/>
                  </a:lnTo>
                  <a:cubicBezTo>
                    <a:pt x="5382" y="3740"/>
                    <a:pt x="5614" y="3700"/>
                    <a:pt x="5823" y="3700"/>
                  </a:cubicBezTo>
                  <a:cubicBezTo>
                    <a:pt x="6013" y="3700"/>
                    <a:pt x="6185" y="3733"/>
                    <a:pt x="6318" y="3834"/>
                  </a:cubicBezTo>
                  <a:cubicBezTo>
                    <a:pt x="6403" y="3903"/>
                    <a:pt x="6459" y="3987"/>
                    <a:pt x="6502" y="4072"/>
                  </a:cubicBezTo>
                  <a:cubicBezTo>
                    <a:pt x="6414" y="4062"/>
                    <a:pt x="6326" y="4057"/>
                    <a:pt x="6239" y="4057"/>
                  </a:cubicBezTo>
                  <a:cubicBezTo>
                    <a:pt x="5587" y="4057"/>
                    <a:pt x="4959" y="4318"/>
                    <a:pt x="4452" y="4577"/>
                  </a:cubicBezTo>
                  <a:lnTo>
                    <a:pt x="4184" y="4704"/>
                  </a:lnTo>
                  <a:cubicBezTo>
                    <a:pt x="3651" y="4985"/>
                    <a:pt x="3089" y="5279"/>
                    <a:pt x="2486" y="5307"/>
                  </a:cubicBezTo>
                  <a:cubicBezTo>
                    <a:pt x="2450" y="5309"/>
                    <a:pt x="2414" y="5310"/>
                    <a:pt x="2377" y="5310"/>
                  </a:cubicBezTo>
                  <a:cubicBezTo>
                    <a:pt x="1617" y="5310"/>
                    <a:pt x="895" y="4890"/>
                    <a:pt x="225" y="4395"/>
                  </a:cubicBezTo>
                  <a:lnTo>
                    <a:pt x="225" y="4395"/>
                  </a:lnTo>
                  <a:cubicBezTo>
                    <a:pt x="253" y="4661"/>
                    <a:pt x="338" y="4929"/>
                    <a:pt x="478" y="5167"/>
                  </a:cubicBezTo>
                  <a:cubicBezTo>
                    <a:pt x="1068" y="5532"/>
                    <a:pt x="1700" y="5799"/>
                    <a:pt x="2387" y="5799"/>
                  </a:cubicBezTo>
                  <a:cubicBezTo>
                    <a:pt x="2430" y="5799"/>
                    <a:pt x="2472" y="5799"/>
                    <a:pt x="2528" y="5785"/>
                  </a:cubicBezTo>
                  <a:cubicBezTo>
                    <a:pt x="3230" y="5756"/>
                    <a:pt x="3848" y="5434"/>
                    <a:pt x="4452" y="5125"/>
                  </a:cubicBezTo>
                  <a:lnTo>
                    <a:pt x="4704" y="4998"/>
                  </a:lnTo>
                  <a:lnTo>
                    <a:pt x="4704" y="4998"/>
                  </a:lnTo>
                  <a:cubicBezTo>
                    <a:pt x="4634" y="5223"/>
                    <a:pt x="4549" y="5434"/>
                    <a:pt x="4465" y="5659"/>
                  </a:cubicBezTo>
                  <a:cubicBezTo>
                    <a:pt x="4381" y="5883"/>
                    <a:pt x="4283" y="6108"/>
                    <a:pt x="4213" y="6346"/>
                  </a:cubicBezTo>
                  <a:cubicBezTo>
                    <a:pt x="4213" y="6361"/>
                    <a:pt x="4213" y="6374"/>
                    <a:pt x="4199" y="6389"/>
                  </a:cubicBezTo>
                  <a:cubicBezTo>
                    <a:pt x="4133" y="6382"/>
                    <a:pt x="4067" y="6379"/>
                    <a:pt x="4000" y="6379"/>
                  </a:cubicBezTo>
                  <a:cubicBezTo>
                    <a:pt x="3626" y="6379"/>
                    <a:pt x="3245" y="6481"/>
                    <a:pt x="2936" y="6683"/>
                  </a:cubicBezTo>
                  <a:cubicBezTo>
                    <a:pt x="2893" y="6683"/>
                    <a:pt x="2865" y="6683"/>
                    <a:pt x="2823" y="6698"/>
                  </a:cubicBezTo>
                  <a:cubicBezTo>
                    <a:pt x="2735" y="6734"/>
                    <a:pt x="2642" y="6749"/>
                    <a:pt x="2550" y="6749"/>
                  </a:cubicBezTo>
                  <a:cubicBezTo>
                    <a:pt x="2289" y="6749"/>
                    <a:pt x="2034" y="6633"/>
                    <a:pt x="1910" y="6571"/>
                  </a:cubicBezTo>
                  <a:cubicBezTo>
                    <a:pt x="1770" y="6501"/>
                    <a:pt x="1629" y="6417"/>
                    <a:pt x="1489" y="6318"/>
                  </a:cubicBezTo>
                  <a:cubicBezTo>
                    <a:pt x="1307" y="6206"/>
                    <a:pt x="1110" y="6065"/>
                    <a:pt x="886" y="5968"/>
                  </a:cubicBezTo>
                  <a:cubicBezTo>
                    <a:pt x="858" y="5968"/>
                    <a:pt x="843" y="5953"/>
                    <a:pt x="815" y="5953"/>
                  </a:cubicBezTo>
                  <a:cubicBezTo>
                    <a:pt x="830" y="6009"/>
                    <a:pt x="843" y="6052"/>
                    <a:pt x="858" y="6108"/>
                  </a:cubicBezTo>
                  <a:lnTo>
                    <a:pt x="858" y="6515"/>
                  </a:lnTo>
                  <a:cubicBezTo>
                    <a:pt x="970" y="6571"/>
                    <a:pt x="1082" y="6641"/>
                    <a:pt x="1195" y="6726"/>
                  </a:cubicBezTo>
                  <a:cubicBezTo>
                    <a:pt x="1335" y="6810"/>
                    <a:pt x="1489" y="6908"/>
                    <a:pt x="1657" y="6992"/>
                  </a:cubicBezTo>
                  <a:cubicBezTo>
                    <a:pt x="1826" y="7076"/>
                    <a:pt x="2079" y="7188"/>
                    <a:pt x="2374" y="7231"/>
                  </a:cubicBezTo>
                  <a:cubicBezTo>
                    <a:pt x="2121" y="7610"/>
                    <a:pt x="1994" y="7778"/>
                    <a:pt x="2107" y="8227"/>
                  </a:cubicBezTo>
                  <a:cubicBezTo>
                    <a:pt x="2065" y="8186"/>
                    <a:pt x="1503" y="7737"/>
                    <a:pt x="1124" y="7540"/>
                  </a:cubicBezTo>
                  <a:cubicBezTo>
                    <a:pt x="1110" y="7525"/>
                    <a:pt x="1096" y="7525"/>
                    <a:pt x="1082" y="7512"/>
                  </a:cubicBezTo>
                  <a:lnTo>
                    <a:pt x="1082" y="7512"/>
                  </a:lnTo>
                  <a:cubicBezTo>
                    <a:pt x="1223" y="7849"/>
                    <a:pt x="1419" y="8143"/>
                    <a:pt x="1685" y="8410"/>
                  </a:cubicBezTo>
                  <a:cubicBezTo>
                    <a:pt x="1756" y="8467"/>
                    <a:pt x="1840" y="8536"/>
                    <a:pt x="1925" y="8592"/>
                  </a:cubicBezTo>
                  <a:cubicBezTo>
                    <a:pt x="2050" y="8705"/>
                    <a:pt x="2163" y="8817"/>
                    <a:pt x="2303" y="8916"/>
                  </a:cubicBezTo>
                  <a:cubicBezTo>
                    <a:pt x="2458" y="9056"/>
                    <a:pt x="2627" y="9169"/>
                    <a:pt x="2795" y="9294"/>
                  </a:cubicBezTo>
                  <a:lnTo>
                    <a:pt x="3258" y="9590"/>
                  </a:lnTo>
                  <a:cubicBezTo>
                    <a:pt x="3834" y="9955"/>
                    <a:pt x="4409" y="10320"/>
                    <a:pt x="5070" y="10516"/>
                  </a:cubicBezTo>
                  <a:cubicBezTo>
                    <a:pt x="5400" y="10612"/>
                    <a:pt x="5745" y="10658"/>
                    <a:pt x="6091" y="10658"/>
                  </a:cubicBezTo>
                  <a:cubicBezTo>
                    <a:pt x="6507" y="10658"/>
                    <a:pt x="6924" y="10590"/>
                    <a:pt x="7316" y="10460"/>
                  </a:cubicBezTo>
                  <a:cubicBezTo>
                    <a:pt x="7582" y="10376"/>
                    <a:pt x="7835" y="10264"/>
                    <a:pt x="8074" y="10123"/>
                  </a:cubicBezTo>
                  <a:cubicBezTo>
                    <a:pt x="8116" y="10137"/>
                    <a:pt x="8144" y="10165"/>
                    <a:pt x="8186" y="10179"/>
                  </a:cubicBezTo>
                  <a:cubicBezTo>
                    <a:pt x="8383" y="10277"/>
                    <a:pt x="8565" y="10333"/>
                    <a:pt x="8776" y="10389"/>
                  </a:cubicBezTo>
                  <a:cubicBezTo>
                    <a:pt x="9014" y="10277"/>
                    <a:pt x="9267" y="10179"/>
                    <a:pt x="9519" y="10109"/>
                  </a:cubicBezTo>
                  <a:cubicBezTo>
                    <a:pt x="9787" y="10039"/>
                    <a:pt x="10053" y="9996"/>
                    <a:pt x="10334" y="9968"/>
                  </a:cubicBezTo>
                  <a:cubicBezTo>
                    <a:pt x="9815" y="9786"/>
                    <a:pt x="9366" y="9421"/>
                    <a:pt x="9126" y="8957"/>
                  </a:cubicBezTo>
                  <a:cubicBezTo>
                    <a:pt x="9077" y="8868"/>
                    <a:pt x="8985" y="8821"/>
                    <a:pt x="8890" y="8821"/>
                  </a:cubicBezTo>
                  <a:cubicBezTo>
                    <a:pt x="8852" y="8821"/>
                    <a:pt x="8813" y="8829"/>
                    <a:pt x="8776" y="8845"/>
                  </a:cubicBezTo>
                  <a:cubicBezTo>
                    <a:pt x="8636" y="8901"/>
                    <a:pt x="8593" y="9042"/>
                    <a:pt x="8649" y="9169"/>
                  </a:cubicBezTo>
                  <a:cubicBezTo>
                    <a:pt x="8818" y="9477"/>
                    <a:pt x="9057" y="9744"/>
                    <a:pt x="9338" y="9968"/>
                  </a:cubicBezTo>
                  <a:cubicBezTo>
                    <a:pt x="9218" y="9990"/>
                    <a:pt x="9091" y="10020"/>
                    <a:pt x="8969" y="10020"/>
                  </a:cubicBezTo>
                  <a:cubicBezTo>
                    <a:pt x="8932" y="10020"/>
                    <a:pt x="8896" y="10017"/>
                    <a:pt x="8860" y="10011"/>
                  </a:cubicBezTo>
                  <a:cubicBezTo>
                    <a:pt x="8720" y="9996"/>
                    <a:pt x="8607" y="9940"/>
                    <a:pt x="8481" y="9912"/>
                  </a:cubicBezTo>
                  <a:cubicBezTo>
                    <a:pt x="8446" y="9905"/>
                    <a:pt x="8411" y="9902"/>
                    <a:pt x="8376" y="9902"/>
                  </a:cubicBezTo>
                  <a:cubicBezTo>
                    <a:pt x="8340" y="9902"/>
                    <a:pt x="8305" y="9905"/>
                    <a:pt x="8271" y="9912"/>
                  </a:cubicBezTo>
                  <a:cubicBezTo>
                    <a:pt x="8383" y="9463"/>
                    <a:pt x="8327" y="8972"/>
                    <a:pt x="8087" y="8579"/>
                  </a:cubicBezTo>
                  <a:cubicBezTo>
                    <a:pt x="8158" y="8523"/>
                    <a:pt x="8242" y="8480"/>
                    <a:pt x="8312" y="8439"/>
                  </a:cubicBezTo>
                  <a:cubicBezTo>
                    <a:pt x="8523" y="8284"/>
                    <a:pt x="8677" y="8130"/>
                    <a:pt x="8789" y="7961"/>
                  </a:cubicBezTo>
                  <a:cubicBezTo>
                    <a:pt x="8902" y="7821"/>
                    <a:pt x="8973" y="7652"/>
                    <a:pt x="9042" y="7497"/>
                  </a:cubicBezTo>
                  <a:cubicBezTo>
                    <a:pt x="9070" y="7428"/>
                    <a:pt x="9098" y="7357"/>
                    <a:pt x="9126" y="7301"/>
                  </a:cubicBezTo>
                  <a:lnTo>
                    <a:pt x="9126" y="7301"/>
                  </a:lnTo>
                  <a:cubicBezTo>
                    <a:pt x="9085" y="7694"/>
                    <a:pt x="9225" y="8115"/>
                    <a:pt x="9506" y="8480"/>
                  </a:cubicBezTo>
                  <a:cubicBezTo>
                    <a:pt x="9871" y="8944"/>
                    <a:pt x="10376" y="9238"/>
                    <a:pt x="10910" y="9547"/>
                  </a:cubicBezTo>
                  <a:cubicBezTo>
                    <a:pt x="11107" y="9659"/>
                    <a:pt x="11317" y="9772"/>
                    <a:pt x="11541" y="9871"/>
                  </a:cubicBezTo>
                  <a:lnTo>
                    <a:pt x="14293" y="9646"/>
                  </a:lnTo>
                  <a:cubicBezTo>
                    <a:pt x="14448" y="9631"/>
                    <a:pt x="14588" y="9590"/>
                    <a:pt x="14701" y="9519"/>
                  </a:cubicBezTo>
                  <a:lnTo>
                    <a:pt x="14714" y="9519"/>
                  </a:lnTo>
                  <a:cubicBezTo>
                    <a:pt x="14925" y="9506"/>
                    <a:pt x="15122" y="9449"/>
                    <a:pt x="15304" y="9351"/>
                  </a:cubicBezTo>
                  <a:cubicBezTo>
                    <a:pt x="15332" y="9322"/>
                    <a:pt x="15346" y="9294"/>
                    <a:pt x="15375" y="9253"/>
                  </a:cubicBezTo>
                  <a:cubicBezTo>
                    <a:pt x="15472" y="9070"/>
                    <a:pt x="15500" y="8860"/>
                    <a:pt x="15459" y="8579"/>
                  </a:cubicBezTo>
                  <a:cubicBezTo>
                    <a:pt x="15318" y="7680"/>
                    <a:pt x="14616" y="6823"/>
                    <a:pt x="13591" y="6333"/>
                  </a:cubicBezTo>
                  <a:cubicBezTo>
                    <a:pt x="13606" y="6318"/>
                    <a:pt x="13606" y="6305"/>
                    <a:pt x="13619" y="6290"/>
                  </a:cubicBezTo>
                  <a:cubicBezTo>
                    <a:pt x="13703" y="6052"/>
                    <a:pt x="13718" y="5827"/>
                    <a:pt x="13718" y="5603"/>
                  </a:cubicBezTo>
                  <a:lnTo>
                    <a:pt x="13718" y="5560"/>
                  </a:lnTo>
                  <a:cubicBezTo>
                    <a:pt x="14645" y="5672"/>
                    <a:pt x="15500" y="6248"/>
                    <a:pt x="15880" y="7020"/>
                  </a:cubicBezTo>
                  <a:cubicBezTo>
                    <a:pt x="15922" y="7119"/>
                    <a:pt x="16020" y="7160"/>
                    <a:pt x="16118" y="7160"/>
                  </a:cubicBezTo>
                  <a:cubicBezTo>
                    <a:pt x="16090" y="7035"/>
                    <a:pt x="16048" y="6908"/>
                    <a:pt x="15992" y="6782"/>
                  </a:cubicBezTo>
                  <a:cubicBezTo>
                    <a:pt x="16062" y="6698"/>
                    <a:pt x="16133" y="6613"/>
                    <a:pt x="16189" y="6543"/>
                  </a:cubicBezTo>
                  <a:cubicBezTo>
                    <a:pt x="15964" y="6178"/>
                    <a:pt x="15655" y="5869"/>
                    <a:pt x="15290" y="5631"/>
                  </a:cubicBezTo>
                  <a:cubicBezTo>
                    <a:pt x="15290" y="5616"/>
                    <a:pt x="15304" y="5588"/>
                    <a:pt x="15304" y="5560"/>
                  </a:cubicBezTo>
                  <a:cubicBezTo>
                    <a:pt x="15403" y="4942"/>
                    <a:pt x="15360" y="4311"/>
                    <a:pt x="15206" y="3707"/>
                  </a:cubicBezTo>
                  <a:lnTo>
                    <a:pt x="15206" y="3707"/>
                  </a:lnTo>
                  <a:lnTo>
                    <a:pt x="15444" y="3721"/>
                  </a:lnTo>
                  <a:cubicBezTo>
                    <a:pt x="15641" y="3721"/>
                    <a:pt x="15852" y="3735"/>
                    <a:pt x="16006" y="3806"/>
                  </a:cubicBezTo>
                  <a:cubicBezTo>
                    <a:pt x="16146" y="3847"/>
                    <a:pt x="16245" y="3959"/>
                    <a:pt x="16258" y="4058"/>
                  </a:cubicBezTo>
                  <a:cubicBezTo>
                    <a:pt x="16273" y="4184"/>
                    <a:pt x="16385" y="4268"/>
                    <a:pt x="16526" y="4268"/>
                  </a:cubicBezTo>
                  <a:lnTo>
                    <a:pt x="16582" y="4268"/>
                  </a:lnTo>
                  <a:cubicBezTo>
                    <a:pt x="16511" y="4030"/>
                    <a:pt x="16385" y="3791"/>
                    <a:pt x="16413" y="3553"/>
                  </a:cubicBezTo>
                  <a:cubicBezTo>
                    <a:pt x="16413" y="3510"/>
                    <a:pt x="16413" y="3482"/>
                    <a:pt x="16427" y="3469"/>
                  </a:cubicBezTo>
                  <a:cubicBezTo>
                    <a:pt x="16357" y="3426"/>
                    <a:pt x="16301" y="3384"/>
                    <a:pt x="16217" y="3356"/>
                  </a:cubicBezTo>
                  <a:cubicBezTo>
                    <a:pt x="15964" y="3257"/>
                    <a:pt x="15697" y="3244"/>
                    <a:pt x="15472" y="3244"/>
                  </a:cubicBezTo>
                  <a:lnTo>
                    <a:pt x="15038" y="3216"/>
                  </a:lnTo>
                  <a:lnTo>
                    <a:pt x="14869" y="2836"/>
                  </a:lnTo>
                  <a:lnTo>
                    <a:pt x="14855" y="2836"/>
                  </a:lnTo>
                  <a:cubicBezTo>
                    <a:pt x="14855" y="2823"/>
                    <a:pt x="14869" y="2823"/>
                    <a:pt x="14869" y="2823"/>
                  </a:cubicBezTo>
                  <a:cubicBezTo>
                    <a:pt x="15051" y="2682"/>
                    <a:pt x="15248" y="2514"/>
                    <a:pt x="15431" y="2345"/>
                  </a:cubicBezTo>
                  <a:lnTo>
                    <a:pt x="15444" y="2345"/>
                  </a:lnTo>
                  <a:cubicBezTo>
                    <a:pt x="15470" y="2343"/>
                    <a:pt x="15496" y="2343"/>
                    <a:pt x="15523" y="2343"/>
                  </a:cubicBezTo>
                  <a:cubicBezTo>
                    <a:pt x="15696" y="2343"/>
                    <a:pt x="15876" y="2383"/>
                    <a:pt x="16034" y="2443"/>
                  </a:cubicBezTo>
                  <a:cubicBezTo>
                    <a:pt x="16062" y="2458"/>
                    <a:pt x="16105" y="2458"/>
                    <a:pt x="16133" y="2458"/>
                  </a:cubicBezTo>
                  <a:cubicBezTo>
                    <a:pt x="16230" y="2458"/>
                    <a:pt x="16329" y="2402"/>
                    <a:pt x="16371" y="2317"/>
                  </a:cubicBezTo>
                  <a:cubicBezTo>
                    <a:pt x="16427" y="2190"/>
                    <a:pt x="16371" y="2050"/>
                    <a:pt x="16230" y="1994"/>
                  </a:cubicBezTo>
                  <a:cubicBezTo>
                    <a:pt x="16105" y="1952"/>
                    <a:pt x="15964" y="1910"/>
                    <a:pt x="15837" y="1896"/>
                  </a:cubicBezTo>
                  <a:cubicBezTo>
                    <a:pt x="16020" y="1615"/>
                    <a:pt x="16146" y="1320"/>
                    <a:pt x="16146" y="983"/>
                  </a:cubicBezTo>
                  <a:cubicBezTo>
                    <a:pt x="16161" y="843"/>
                    <a:pt x="16034" y="730"/>
                    <a:pt x="15893" y="730"/>
                  </a:cubicBezTo>
                  <a:cubicBezTo>
                    <a:pt x="15740" y="730"/>
                    <a:pt x="15627" y="843"/>
                    <a:pt x="15627" y="970"/>
                  </a:cubicBezTo>
                  <a:cubicBezTo>
                    <a:pt x="15613" y="1545"/>
                    <a:pt x="15107" y="2022"/>
                    <a:pt x="14616" y="2387"/>
                  </a:cubicBezTo>
                  <a:cubicBezTo>
                    <a:pt x="14532" y="2261"/>
                    <a:pt x="14433" y="2134"/>
                    <a:pt x="14336" y="2008"/>
                  </a:cubicBezTo>
                  <a:cubicBezTo>
                    <a:pt x="14995" y="1488"/>
                    <a:pt x="15360" y="730"/>
                    <a:pt x="153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2" name="Google Shape;472;p37"/>
            <p:cNvSpPr/>
            <p:nvPr/>
          </p:nvSpPr>
          <p:spPr>
            <a:xfrm>
              <a:off x="14663329" y="-3921439"/>
              <a:ext cx="175322" cy="144515"/>
            </a:xfrm>
            <a:custGeom>
              <a:rect b="b" l="l" r="r" t="t"/>
              <a:pathLst>
                <a:path extrusionOk="0" h="3207" w="3890">
                  <a:moveTo>
                    <a:pt x="1249" y="0"/>
                  </a:moveTo>
                  <a:cubicBezTo>
                    <a:pt x="1074" y="0"/>
                    <a:pt x="900" y="25"/>
                    <a:pt x="730" y="79"/>
                  </a:cubicBezTo>
                  <a:cubicBezTo>
                    <a:pt x="365" y="206"/>
                    <a:pt x="0" y="543"/>
                    <a:pt x="85" y="922"/>
                  </a:cubicBezTo>
                  <a:cubicBezTo>
                    <a:pt x="155" y="1217"/>
                    <a:pt x="422" y="1386"/>
                    <a:pt x="674" y="1526"/>
                  </a:cubicBezTo>
                  <a:cubicBezTo>
                    <a:pt x="1152" y="1807"/>
                    <a:pt x="1615" y="2073"/>
                    <a:pt x="2093" y="2354"/>
                  </a:cubicBezTo>
                  <a:cubicBezTo>
                    <a:pt x="2542" y="2607"/>
                    <a:pt x="2977" y="2859"/>
                    <a:pt x="3426" y="3112"/>
                  </a:cubicBezTo>
                  <a:cubicBezTo>
                    <a:pt x="3502" y="3160"/>
                    <a:pt x="3590" y="3207"/>
                    <a:pt x="3674" y="3207"/>
                  </a:cubicBezTo>
                  <a:cubicBezTo>
                    <a:pt x="3715" y="3207"/>
                    <a:pt x="3754" y="3196"/>
                    <a:pt x="3791" y="3168"/>
                  </a:cubicBezTo>
                  <a:cubicBezTo>
                    <a:pt x="3890" y="3098"/>
                    <a:pt x="3875" y="2943"/>
                    <a:pt x="3847" y="2818"/>
                  </a:cubicBezTo>
                  <a:cubicBezTo>
                    <a:pt x="3693" y="2045"/>
                    <a:pt x="3398" y="1287"/>
                    <a:pt x="2864" y="725"/>
                  </a:cubicBezTo>
                  <a:cubicBezTo>
                    <a:pt x="2442" y="291"/>
                    <a:pt x="1843" y="0"/>
                    <a:pt x="124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3" name="Google Shape;473;p37"/>
            <p:cNvSpPr/>
            <p:nvPr/>
          </p:nvSpPr>
          <p:spPr>
            <a:xfrm>
              <a:off x="14582340" y="-3695311"/>
              <a:ext cx="121509" cy="86430"/>
            </a:xfrm>
            <a:custGeom>
              <a:rect b="b" l="l" r="r" t="t"/>
              <a:pathLst>
                <a:path extrusionOk="0" h="1918" w="2696">
                  <a:moveTo>
                    <a:pt x="1259" y="1"/>
                  </a:moveTo>
                  <a:cubicBezTo>
                    <a:pt x="833" y="1"/>
                    <a:pt x="406" y="173"/>
                    <a:pt x="99" y="481"/>
                  </a:cubicBezTo>
                  <a:cubicBezTo>
                    <a:pt x="43" y="537"/>
                    <a:pt x="0" y="608"/>
                    <a:pt x="0" y="677"/>
                  </a:cubicBezTo>
                  <a:cubicBezTo>
                    <a:pt x="15" y="761"/>
                    <a:pt x="85" y="818"/>
                    <a:pt x="169" y="846"/>
                  </a:cubicBezTo>
                  <a:cubicBezTo>
                    <a:pt x="197" y="851"/>
                    <a:pt x="225" y="852"/>
                    <a:pt x="253" y="852"/>
                  </a:cubicBezTo>
                  <a:cubicBezTo>
                    <a:pt x="309" y="852"/>
                    <a:pt x="365" y="846"/>
                    <a:pt x="421" y="846"/>
                  </a:cubicBezTo>
                  <a:cubicBezTo>
                    <a:pt x="459" y="843"/>
                    <a:pt x="496" y="841"/>
                    <a:pt x="533" y="841"/>
                  </a:cubicBezTo>
                  <a:cubicBezTo>
                    <a:pt x="1015" y="841"/>
                    <a:pt x="1483" y="1087"/>
                    <a:pt x="1769" y="1478"/>
                  </a:cubicBezTo>
                  <a:cubicBezTo>
                    <a:pt x="1914" y="1661"/>
                    <a:pt x="2070" y="1917"/>
                    <a:pt x="2294" y="1917"/>
                  </a:cubicBezTo>
                  <a:cubicBezTo>
                    <a:pt x="2311" y="1917"/>
                    <a:pt x="2328" y="1916"/>
                    <a:pt x="2345" y="1913"/>
                  </a:cubicBezTo>
                  <a:cubicBezTo>
                    <a:pt x="2555" y="1885"/>
                    <a:pt x="2654" y="1632"/>
                    <a:pt x="2668" y="1422"/>
                  </a:cubicBezTo>
                  <a:cubicBezTo>
                    <a:pt x="2696" y="846"/>
                    <a:pt x="2275" y="271"/>
                    <a:pt x="1728" y="74"/>
                  </a:cubicBezTo>
                  <a:cubicBezTo>
                    <a:pt x="1576" y="25"/>
                    <a:pt x="1418" y="1"/>
                    <a:pt x="125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4" name="Google Shape;474;p37"/>
            <p:cNvSpPr/>
            <p:nvPr/>
          </p:nvSpPr>
          <p:spPr>
            <a:xfrm>
              <a:off x="14629167" y="-3852672"/>
              <a:ext cx="141790" cy="89224"/>
            </a:xfrm>
            <a:custGeom>
              <a:rect b="b" l="l" r="r" t="t"/>
              <a:pathLst>
                <a:path extrusionOk="0" h="1980" w="3146">
                  <a:moveTo>
                    <a:pt x="3075" y="0"/>
                  </a:moveTo>
                  <a:lnTo>
                    <a:pt x="2710" y="84"/>
                  </a:lnTo>
                  <a:cubicBezTo>
                    <a:pt x="2738" y="225"/>
                    <a:pt x="2654" y="393"/>
                    <a:pt x="2499" y="505"/>
                  </a:cubicBezTo>
                  <a:cubicBezTo>
                    <a:pt x="2317" y="618"/>
                    <a:pt x="2093" y="659"/>
                    <a:pt x="1910" y="674"/>
                  </a:cubicBezTo>
                  <a:cubicBezTo>
                    <a:pt x="1840" y="687"/>
                    <a:pt x="1784" y="687"/>
                    <a:pt x="1713" y="687"/>
                  </a:cubicBezTo>
                  <a:cubicBezTo>
                    <a:pt x="1531" y="702"/>
                    <a:pt x="1348" y="715"/>
                    <a:pt x="1166" y="772"/>
                  </a:cubicBezTo>
                  <a:cubicBezTo>
                    <a:pt x="618" y="912"/>
                    <a:pt x="183" y="1333"/>
                    <a:pt x="0" y="1853"/>
                  </a:cubicBezTo>
                  <a:lnTo>
                    <a:pt x="365" y="1979"/>
                  </a:lnTo>
                  <a:cubicBezTo>
                    <a:pt x="492" y="1572"/>
                    <a:pt x="843" y="1249"/>
                    <a:pt x="1264" y="1137"/>
                  </a:cubicBezTo>
                  <a:cubicBezTo>
                    <a:pt x="1419" y="1095"/>
                    <a:pt x="1573" y="1081"/>
                    <a:pt x="1756" y="1067"/>
                  </a:cubicBezTo>
                  <a:cubicBezTo>
                    <a:pt x="1812" y="1067"/>
                    <a:pt x="1882" y="1067"/>
                    <a:pt x="1938" y="1052"/>
                  </a:cubicBezTo>
                  <a:cubicBezTo>
                    <a:pt x="2177" y="1024"/>
                    <a:pt x="2471" y="983"/>
                    <a:pt x="2710" y="814"/>
                  </a:cubicBezTo>
                  <a:cubicBezTo>
                    <a:pt x="2991" y="618"/>
                    <a:pt x="3145" y="294"/>
                    <a:pt x="307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5" name="Google Shape;475;p37"/>
            <p:cNvSpPr/>
            <p:nvPr/>
          </p:nvSpPr>
          <p:spPr>
            <a:xfrm>
              <a:off x="14657650" y="-3758445"/>
              <a:ext cx="50659" cy="131042"/>
            </a:xfrm>
            <a:custGeom>
              <a:rect b="b" l="l" r="r" t="t"/>
              <a:pathLst>
                <a:path extrusionOk="0" h="2908" w="1124">
                  <a:moveTo>
                    <a:pt x="182" y="0"/>
                  </a:moveTo>
                  <a:lnTo>
                    <a:pt x="182" y="0"/>
                  </a:lnTo>
                  <a:cubicBezTo>
                    <a:pt x="1" y="268"/>
                    <a:pt x="14" y="646"/>
                    <a:pt x="225" y="1026"/>
                  </a:cubicBezTo>
                  <a:cubicBezTo>
                    <a:pt x="267" y="1110"/>
                    <a:pt x="323" y="1194"/>
                    <a:pt x="379" y="1279"/>
                  </a:cubicBezTo>
                  <a:cubicBezTo>
                    <a:pt x="478" y="1419"/>
                    <a:pt x="576" y="1573"/>
                    <a:pt x="618" y="1728"/>
                  </a:cubicBezTo>
                  <a:cubicBezTo>
                    <a:pt x="703" y="2037"/>
                    <a:pt x="562" y="2402"/>
                    <a:pt x="281" y="2570"/>
                  </a:cubicBezTo>
                  <a:lnTo>
                    <a:pt x="491" y="2907"/>
                  </a:lnTo>
                  <a:cubicBezTo>
                    <a:pt x="913" y="2640"/>
                    <a:pt x="1124" y="2093"/>
                    <a:pt x="983" y="1615"/>
                  </a:cubicBezTo>
                  <a:cubicBezTo>
                    <a:pt x="927" y="1404"/>
                    <a:pt x="800" y="1236"/>
                    <a:pt x="703" y="1067"/>
                  </a:cubicBezTo>
                  <a:cubicBezTo>
                    <a:pt x="646" y="983"/>
                    <a:pt x="590" y="913"/>
                    <a:pt x="548" y="829"/>
                  </a:cubicBezTo>
                  <a:cubicBezTo>
                    <a:pt x="450" y="646"/>
                    <a:pt x="379" y="393"/>
                    <a:pt x="491" y="225"/>
                  </a:cubicBezTo>
                  <a:lnTo>
                    <a:pt x="18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6" name="Google Shape;476;p37"/>
            <p:cNvSpPr/>
            <p:nvPr/>
          </p:nvSpPr>
          <p:spPr>
            <a:xfrm>
              <a:off x="14432982" y="-3816667"/>
              <a:ext cx="395579" cy="304983"/>
            </a:xfrm>
            <a:custGeom>
              <a:rect b="b" l="l" r="r" t="t"/>
              <a:pathLst>
                <a:path extrusionOk="0" h="6768" w="8777">
                  <a:moveTo>
                    <a:pt x="1" y="1"/>
                  </a:moveTo>
                  <a:cubicBezTo>
                    <a:pt x="1" y="380"/>
                    <a:pt x="16" y="830"/>
                    <a:pt x="16" y="1320"/>
                  </a:cubicBezTo>
                  <a:lnTo>
                    <a:pt x="72" y="1685"/>
                  </a:lnTo>
                  <a:lnTo>
                    <a:pt x="184" y="2528"/>
                  </a:lnTo>
                  <a:lnTo>
                    <a:pt x="5785" y="2416"/>
                  </a:lnTo>
                  <a:cubicBezTo>
                    <a:pt x="6361" y="2416"/>
                    <a:pt x="6824" y="2879"/>
                    <a:pt x="6824" y="3454"/>
                  </a:cubicBezTo>
                  <a:lnTo>
                    <a:pt x="6824" y="6768"/>
                  </a:lnTo>
                  <a:lnTo>
                    <a:pt x="8776" y="6768"/>
                  </a:lnTo>
                  <a:lnTo>
                    <a:pt x="8776" y="3342"/>
                  </a:lnTo>
                  <a:cubicBezTo>
                    <a:pt x="8776" y="1714"/>
                    <a:pt x="7457" y="380"/>
                    <a:pt x="5828" y="380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77" name="Google Shape;477;p37"/>
          <p:cNvSpPr txBox="1"/>
          <p:nvPr>
            <p:ph idx="4294967295" type="subTitle"/>
          </p:nvPr>
        </p:nvSpPr>
        <p:spPr>
          <a:xfrm>
            <a:off x="846075" y="2697163"/>
            <a:ext cx="2375700" cy="1906800"/>
          </a:xfrm>
          <a:prstGeom prst="rect">
            <a:avLst/>
          </a:prstGeom>
          <a:solidFill>
            <a:schemeClr val="lt1"/>
          </a:solidFill>
          <a:ln cap="flat" cmpd="sng" w="2286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Logistic Regression (L1)</a:t>
            </a:r>
            <a:endParaRPr/>
          </a:p>
        </p:txBody>
      </p:sp>
      <p:sp>
        <p:nvSpPr>
          <p:cNvPr id="478" name="Google Shape;478;p37"/>
          <p:cNvSpPr txBox="1"/>
          <p:nvPr>
            <p:ph idx="4294967295" type="subTitle"/>
          </p:nvPr>
        </p:nvSpPr>
        <p:spPr>
          <a:xfrm>
            <a:off x="5922225" y="1484125"/>
            <a:ext cx="2375700" cy="1906800"/>
          </a:xfrm>
          <a:prstGeom prst="rect">
            <a:avLst/>
          </a:prstGeom>
          <a:solidFill>
            <a:schemeClr val="accent2"/>
          </a:solidFill>
          <a:ln cap="flat" cmpd="sng" w="2286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LSTM (seq_len = 4)</a:t>
            </a:r>
            <a:endParaRPr/>
          </a:p>
        </p:txBody>
      </p:sp>
      <p:sp>
        <p:nvSpPr>
          <p:cNvPr id="479" name="Google Shape;479;p37"/>
          <p:cNvSpPr txBox="1"/>
          <p:nvPr>
            <p:ph idx="4294967295" type="subTitle"/>
          </p:nvPr>
        </p:nvSpPr>
        <p:spPr>
          <a:xfrm>
            <a:off x="5922225" y="3857319"/>
            <a:ext cx="2375700" cy="925200"/>
          </a:xfrm>
          <a:prstGeom prst="rect">
            <a:avLst/>
          </a:prstGeom>
          <a:solidFill>
            <a:schemeClr val="lt1"/>
          </a:solidFill>
          <a:ln cap="flat" cmpd="sng" w="2286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Features: 1,699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3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</a:t>
            </a:r>
            <a:endParaRPr/>
          </a:p>
        </p:txBody>
      </p:sp>
      <p:sp>
        <p:nvSpPr>
          <p:cNvPr id="485" name="Google Shape;485;p38"/>
          <p:cNvSpPr txBox="1"/>
          <p:nvPr>
            <p:ph idx="1" type="subTitle"/>
          </p:nvPr>
        </p:nvSpPr>
        <p:spPr>
          <a:xfrm>
            <a:off x="4832038" y="1853700"/>
            <a:ext cx="3254100" cy="175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Logistic regression outperforms the baseline and matches or exceeds LSTM performance</a:t>
            </a:r>
            <a:endParaRPr/>
          </a:p>
        </p:txBody>
      </p:sp>
      <p:grpSp>
        <p:nvGrpSpPr>
          <p:cNvPr id="486" name="Google Shape;486;p38"/>
          <p:cNvGrpSpPr/>
          <p:nvPr/>
        </p:nvGrpSpPr>
        <p:grpSpPr>
          <a:xfrm>
            <a:off x="5818276" y="3660298"/>
            <a:ext cx="1391804" cy="1323565"/>
            <a:chOff x="6296600" y="483825"/>
            <a:chExt cx="334850" cy="318425"/>
          </a:xfrm>
        </p:grpSpPr>
        <p:sp>
          <p:nvSpPr>
            <p:cNvPr id="487" name="Google Shape;487;p38"/>
            <p:cNvSpPr/>
            <p:nvPr/>
          </p:nvSpPr>
          <p:spPr>
            <a:xfrm>
              <a:off x="6530350" y="538925"/>
              <a:ext cx="55125" cy="54775"/>
            </a:xfrm>
            <a:custGeom>
              <a:rect b="b" l="l" r="r" t="t"/>
              <a:pathLst>
                <a:path extrusionOk="0" h="2191" w="2205">
                  <a:moveTo>
                    <a:pt x="1095" y="0"/>
                  </a:moveTo>
                  <a:cubicBezTo>
                    <a:pt x="491" y="0"/>
                    <a:pt x="0" y="492"/>
                    <a:pt x="0" y="1095"/>
                  </a:cubicBezTo>
                  <a:cubicBezTo>
                    <a:pt x="0" y="1699"/>
                    <a:pt x="491" y="2190"/>
                    <a:pt x="1095" y="2190"/>
                  </a:cubicBezTo>
                  <a:cubicBezTo>
                    <a:pt x="1713" y="2190"/>
                    <a:pt x="2204" y="1699"/>
                    <a:pt x="2204" y="1095"/>
                  </a:cubicBezTo>
                  <a:cubicBezTo>
                    <a:pt x="2204" y="492"/>
                    <a:pt x="1713" y="0"/>
                    <a:pt x="109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8" name="Google Shape;488;p38"/>
            <p:cNvSpPr/>
            <p:nvPr/>
          </p:nvSpPr>
          <p:spPr>
            <a:xfrm>
              <a:off x="6456975" y="483825"/>
              <a:ext cx="55150" cy="55125"/>
            </a:xfrm>
            <a:custGeom>
              <a:rect b="b" l="l" r="r" t="t"/>
              <a:pathLst>
                <a:path extrusionOk="0" h="2205" w="2206">
                  <a:moveTo>
                    <a:pt x="1096" y="0"/>
                  </a:moveTo>
                  <a:cubicBezTo>
                    <a:pt x="493" y="0"/>
                    <a:pt x="1" y="491"/>
                    <a:pt x="1" y="1109"/>
                  </a:cubicBezTo>
                  <a:cubicBezTo>
                    <a:pt x="1" y="1713"/>
                    <a:pt x="493" y="2204"/>
                    <a:pt x="1096" y="2204"/>
                  </a:cubicBezTo>
                  <a:cubicBezTo>
                    <a:pt x="1713" y="2204"/>
                    <a:pt x="2205" y="1713"/>
                    <a:pt x="2205" y="1109"/>
                  </a:cubicBezTo>
                  <a:cubicBezTo>
                    <a:pt x="2205" y="491"/>
                    <a:pt x="1713" y="0"/>
                    <a:pt x="10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9" name="Google Shape;489;p38"/>
            <p:cNvSpPr/>
            <p:nvPr/>
          </p:nvSpPr>
          <p:spPr>
            <a:xfrm>
              <a:off x="6296600" y="598250"/>
              <a:ext cx="54775" cy="55100"/>
            </a:xfrm>
            <a:custGeom>
              <a:rect b="b" l="l" r="r" t="t"/>
              <a:pathLst>
                <a:path extrusionOk="0" h="2204" w="2191">
                  <a:moveTo>
                    <a:pt x="1095" y="0"/>
                  </a:moveTo>
                  <a:cubicBezTo>
                    <a:pt x="491" y="0"/>
                    <a:pt x="0" y="491"/>
                    <a:pt x="0" y="1109"/>
                  </a:cubicBezTo>
                  <a:cubicBezTo>
                    <a:pt x="0" y="1713"/>
                    <a:pt x="491" y="2204"/>
                    <a:pt x="1095" y="2204"/>
                  </a:cubicBezTo>
                  <a:cubicBezTo>
                    <a:pt x="1698" y="2204"/>
                    <a:pt x="2190" y="1713"/>
                    <a:pt x="2190" y="1109"/>
                  </a:cubicBezTo>
                  <a:cubicBezTo>
                    <a:pt x="2190" y="491"/>
                    <a:pt x="1698" y="0"/>
                    <a:pt x="109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0" name="Google Shape;490;p38"/>
            <p:cNvSpPr/>
            <p:nvPr/>
          </p:nvSpPr>
          <p:spPr>
            <a:xfrm>
              <a:off x="6338000" y="525250"/>
              <a:ext cx="54775" cy="54775"/>
            </a:xfrm>
            <a:custGeom>
              <a:rect b="b" l="l" r="r" t="t"/>
              <a:pathLst>
                <a:path extrusionOk="0" h="2191" w="2191">
                  <a:moveTo>
                    <a:pt x="1096" y="0"/>
                  </a:moveTo>
                  <a:cubicBezTo>
                    <a:pt x="492" y="0"/>
                    <a:pt x="1" y="491"/>
                    <a:pt x="1" y="1095"/>
                  </a:cubicBezTo>
                  <a:cubicBezTo>
                    <a:pt x="1" y="1698"/>
                    <a:pt x="492" y="2190"/>
                    <a:pt x="1096" y="2190"/>
                  </a:cubicBezTo>
                  <a:cubicBezTo>
                    <a:pt x="1699" y="2190"/>
                    <a:pt x="2191" y="1698"/>
                    <a:pt x="2191" y="1095"/>
                  </a:cubicBezTo>
                  <a:cubicBezTo>
                    <a:pt x="2191" y="491"/>
                    <a:pt x="1699" y="0"/>
                    <a:pt x="10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1" name="Google Shape;491;p38"/>
            <p:cNvSpPr/>
            <p:nvPr/>
          </p:nvSpPr>
          <p:spPr>
            <a:xfrm>
              <a:off x="6448225" y="644200"/>
              <a:ext cx="54775" cy="54800"/>
            </a:xfrm>
            <a:custGeom>
              <a:rect b="b" l="l" r="r" t="t"/>
              <a:pathLst>
                <a:path extrusionOk="0" h="2192" w="2191">
                  <a:moveTo>
                    <a:pt x="1095" y="1"/>
                  </a:moveTo>
                  <a:cubicBezTo>
                    <a:pt x="491" y="1"/>
                    <a:pt x="0" y="493"/>
                    <a:pt x="0" y="1096"/>
                  </a:cubicBezTo>
                  <a:cubicBezTo>
                    <a:pt x="0" y="1700"/>
                    <a:pt x="491" y="2191"/>
                    <a:pt x="1095" y="2191"/>
                  </a:cubicBezTo>
                  <a:cubicBezTo>
                    <a:pt x="1698" y="2191"/>
                    <a:pt x="2190" y="1700"/>
                    <a:pt x="2190" y="1096"/>
                  </a:cubicBezTo>
                  <a:cubicBezTo>
                    <a:pt x="2190" y="493"/>
                    <a:pt x="1698" y="1"/>
                    <a:pt x="109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2" name="Google Shape;492;p38"/>
            <p:cNvSpPr/>
            <p:nvPr/>
          </p:nvSpPr>
          <p:spPr>
            <a:xfrm>
              <a:off x="6415925" y="589125"/>
              <a:ext cx="82500" cy="82500"/>
            </a:xfrm>
            <a:custGeom>
              <a:rect b="b" l="l" r="r" t="t"/>
              <a:pathLst>
                <a:path extrusionOk="0" h="3300" w="3300">
                  <a:moveTo>
                    <a:pt x="1643" y="0"/>
                  </a:moveTo>
                  <a:cubicBezTo>
                    <a:pt x="731" y="0"/>
                    <a:pt x="0" y="744"/>
                    <a:pt x="0" y="1657"/>
                  </a:cubicBezTo>
                  <a:cubicBezTo>
                    <a:pt x="0" y="2555"/>
                    <a:pt x="731" y="3299"/>
                    <a:pt x="1643" y="3299"/>
                  </a:cubicBezTo>
                  <a:cubicBezTo>
                    <a:pt x="2556" y="3299"/>
                    <a:pt x="3299" y="2555"/>
                    <a:pt x="3299" y="1657"/>
                  </a:cubicBezTo>
                  <a:cubicBezTo>
                    <a:pt x="3299" y="744"/>
                    <a:pt x="2556" y="0"/>
                    <a:pt x="164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3" name="Google Shape;493;p38"/>
            <p:cNvSpPr/>
            <p:nvPr/>
          </p:nvSpPr>
          <p:spPr>
            <a:xfrm>
              <a:off x="6475600" y="511550"/>
              <a:ext cx="82150" cy="82150"/>
            </a:xfrm>
            <a:custGeom>
              <a:rect b="b" l="l" r="r" t="t"/>
              <a:pathLst>
                <a:path extrusionOk="0" h="3286" w="3286">
                  <a:moveTo>
                    <a:pt x="1642" y="0"/>
                  </a:moveTo>
                  <a:cubicBezTo>
                    <a:pt x="730" y="0"/>
                    <a:pt x="0" y="730"/>
                    <a:pt x="0" y="1643"/>
                  </a:cubicBezTo>
                  <a:cubicBezTo>
                    <a:pt x="0" y="2555"/>
                    <a:pt x="730" y="3285"/>
                    <a:pt x="1642" y="3285"/>
                  </a:cubicBezTo>
                  <a:cubicBezTo>
                    <a:pt x="2555" y="3285"/>
                    <a:pt x="3285" y="2555"/>
                    <a:pt x="3285" y="1643"/>
                  </a:cubicBezTo>
                  <a:cubicBezTo>
                    <a:pt x="3285" y="730"/>
                    <a:pt x="2555" y="0"/>
                    <a:pt x="164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4" name="Google Shape;494;p38"/>
            <p:cNvSpPr/>
            <p:nvPr/>
          </p:nvSpPr>
          <p:spPr>
            <a:xfrm>
              <a:off x="6321150" y="562450"/>
              <a:ext cx="82500" cy="82500"/>
            </a:xfrm>
            <a:custGeom>
              <a:rect b="b" l="l" r="r" t="t"/>
              <a:pathLst>
                <a:path extrusionOk="0" h="3300" w="3300">
                  <a:moveTo>
                    <a:pt x="1657" y="0"/>
                  </a:moveTo>
                  <a:cubicBezTo>
                    <a:pt x="744" y="0"/>
                    <a:pt x="1" y="730"/>
                    <a:pt x="1" y="1642"/>
                  </a:cubicBezTo>
                  <a:cubicBezTo>
                    <a:pt x="1" y="2555"/>
                    <a:pt x="744" y="3299"/>
                    <a:pt x="1657" y="3299"/>
                  </a:cubicBezTo>
                  <a:cubicBezTo>
                    <a:pt x="2556" y="3299"/>
                    <a:pt x="3300" y="2555"/>
                    <a:pt x="3300" y="1642"/>
                  </a:cubicBezTo>
                  <a:cubicBezTo>
                    <a:pt x="3300" y="730"/>
                    <a:pt x="2556" y="0"/>
                    <a:pt x="165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5" name="Google Shape;495;p38"/>
            <p:cNvSpPr/>
            <p:nvPr/>
          </p:nvSpPr>
          <p:spPr>
            <a:xfrm>
              <a:off x="6454175" y="559625"/>
              <a:ext cx="54775" cy="55125"/>
            </a:xfrm>
            <a:custGeom>
              <a:rect b="b" l="l" r="r" t="t"/>
              <a:pathLst>
                <a:path extrusionOk="0" h="2205" w="2191">
                  <a:moveTo>
                    <a:pt x="1095" y="1"/>
                  </a:moveTo>
                  <a:cubicBezTo>
                    <a:pt x="492" y="1"/>
                    <a:pt x="0" y="492"/>
                    <a:pt x="0" y="1096"/>
                  </a:cubicBezTo>
                  <a:cubicBezTo>
                    <a:pt x="0" y="1714"/>
                    <a:pt x="492" y="2205"/>
                    <a:pt x="1095" y="2205"/>
                  </a:cubicBezTo>
                  <a:cubicBezTo>
                    <a:pt x="1700" y="2205"/>
                    <a:pt x="2190" y="1714"/>
                    <a:pt x="2190" y="1096"/>
                  </a:cubicBezTo>
                  <a:cubicBezTo>
                    <a:pt x="2190" y="492"/>
                    <a:pt x="1700" y="1"/>
                    <a:pt x="109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6" name="Google Shape;496;p38"/>
            <p:cNvSpPr/>
            <p:nvPr/>
          </p:nvSpPr>
          <p:spPr>
            <a:xfrm>
              <a:off x="6380825" y="589825"/>
              <a:ext cx="55125" cy="55125"/>
            </a:xfrm>
            <a:custGeom>
              <a:rect b="b" l="l" r="r" t="t"/>
              <a:pathLst>
                <a:path extrusionOk="0" h="2205" w="2205">
                  <a:moveTo>
                    <a:pt x="1109" y="0"/>
                  </a:moveTo>
                  <a:cubicBezTo>
                    <a:pt x="491" y="0"/>
                    <a:pt x="1" y="491"/>
                    <a:pt x="1" y="1095"/>
                  </a:cubicBezTo>
                  <a:cubicBezTo>
                    <a:pt x="1" y="1713"/>
                    <a:pt x="491" y="2204"/>
                    <a:pt x="1109" y="2204"/>
                  </a:cubicBezTo>
                  <a:cubicBezTo>
                    <a:pt x="1713" y="2204"/>
                    <a:pt x="2204" y="1713"/>
                    <a:pt x="2204" y="1095"/>
                  </a:cubicBezTo>
                  <a:cubicBezTo>
                    <a:pt x="2204" y="491"/>
                    <a:pt x="1713" y="0"/>
                    <a:pt x="110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7" name="Google Shape;497;p38"/>
            <p:cNvSpPr/>
            <p:nvPr/>
          </p:nvSpPr>
          <p:spPr>
            <a:xfrm>
              <a:off x="6577725" y="627375"/>
              <a:ext cx="53725" cy="48100"/>
            </a:xfrm>
            <a:custGeom>
              <a:rect b="b" l="l" r="r" t="t"/>
              <a:pathLst>
                <a:path extrusionOk="0" h="1924" w="2149">
                  <a:moveTo>
                    <a:pt x="1079" y="0"/>
                  </a:moveTo>
                  <a:cubicBezTo>
                    <a:pt x="667" y="0"/>
                    <a:pt x="280" y="263"/>
                    <a:pt x="155" y="674"/>
                  </a:cubicBezTo>
                  <a:cubicBezTo>
                    <a:pt x="0" y="1179"/>
                    <a:pt x="281" y="1727"/>
                    <a:pt x="786" y="1881"/>
                  </a:cubicBezTo>
                  <a:cubicBezTo>
                    <a:pt x="881" y="1910"/>
                    <a:pt x="976" y="1924"/>
                    <a:pt x="1070" y="1924"/>
                  </a:cubicBezTo>
                  <a:cubicBezTo>
                    <a:pt x="1482" y="1924"/>
                    <a:pt x="1869" y="1661"/>
                    <a:pt x="1994" y="1250"/>
                  </a:cubicBezTo>
                  <a:cubicBezTo>
                    <a:pt x="2149" y="745"/>
                    <a:pt x="1868" y="197"/>
                    <a:pt x="1363" y="43"/>
                  </a:cubicBezTo>
                  <a:cubicBezTo>
                    <a:pt x="1268" y="14"/>
                    <a:pt x="1173" y="0"/>
                    <a:pt x="107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8" name="Google Shape;498;p38"/>
            <p:cNvSpPr/>
            <p:nvPr/>
          </p:nvSpPr>
          <p:spPr>
            <a:xfrm>
              <a:off x="6527875" y="639550"/>
              <a:ext cx="81125" cy="72350"/>
            </a:xfrm>
            <a:custGeom>
              <a:rect b="b" l="l" r="r" t="t"/>
              <a:pathLst>
                <a:path extrusionOk="0" h="2894" w="3245">
                  <a:moveTo>
                    <a:pt x="1635" y="1"/>
                  </a:moveTo>
                  <a:cubicBezTo>
                    <a:pt x="1015" y="1"/>
                    <a:pt x="435" y="396"/>
                    <a:pt x="240" y="1016"/>
                  </a:cubicBezTo>
                  <a:cubicBezTo>
                    <a:pt x="1" y="1774"/>
                    <a:pt x="436" y="2588"/>
                    <a:pt x="1194" y="2826"/>
                  </a:cubicBezTo>
                  <a:cubicBezTo>
                    <a:pt x="1338" y="2872"/>
                    <a:pt x="1484" y="2893"/>
                    <a:pt x="1627" y="2893"/>
                  </a:cubicBezTo>
                  <a:cubicBezTo>
                    <a:pt x="2241" y="2893"/>
                    <a:pt x="2812" y="2498"/>
                    <a:pt x="3005" y="1872"/>
                  </a:cubicBezTo>
                  <a:cubicBezTo>
                    <a:pt x="3244" y="1114"/>
                    <a:pt x="2808" y="299"/>
                    <a:pt x="2050" y="61"/>
                  </a:cubicBezTo>
                  <a:cubicBezTo>
                    <a:pt x="1912" y="20"/>
                    <a:pt x="1773" y="1"/>
                    <a:pt x="163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9" name="Google Shape;499;p38"/>
            <p:cNvSpPr/>
            <p:nvPr/>
          </p:nvSpPr>
          <p:spPr>
            <a:xfrm>
              <a:off x="6534900" y="687725"/>
              <a:ext cx="53725" cy="48125"/>
            </a:xfrm>
            <a:custGeom>
              <a:rect b="b" l="l" r="r" t="t"/>
              <a:pathLst>
                <a:path extrusionOk="0" h="1925" w="2149">
                  <a:moveTo>
                    <a:pt x="1073" y="1"/>
                  </a:moveTo>
                  <a:cubicBezTo>
                    <a:pt x="657" y="1"/>
                    <a:pt x="281" y="263"/>
                    <a:pt x="155" y="675"/>
                  </a:cubicBezTo>
                  <a:cubicBezTo>
                    <a:pt x="0" y="1180"/>
                    <a:pt x="281" y="1728"/>
                    <a:pt x="787" y="1882"/>
                  </a:cubicBezTo>
                  <a:cubicBezTo>
                    <a:pt x="881" y="1911"/>
                    <a:pt x="976" y="1925"/>
                    <a:pt x="1069" y="1925"/>
                  </a:cubicBezTo>
                  <a:cubicBezTo>
                    <a:pt x="1478" y="1925"/>
                    <a:pt x="1857" y="1662"/>
                    <a:pt x="1994" y="1251"/>
                  </a:cubicBezTo>
                  <a:cubicBezTo>
                    <a:pt x="2149" y="745"/>
                    <a:pt x="1868" y="197"/>
                    <a:pt x="1363" y="44"/>
                  </a:cubicBezTo>
                  <a:cubicBezTo>
                    <a:pt x="1266" y="15"/>
                    <a:pt x="1169" y="1"/>
                    <a:pt x="10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0" name="Google Shape;500;p38"/>
            <p:cNvSpPr/>
            <p:nvPr/>
          </p:nvSpPr>
          <p:spPr>
            <a:xfrm>
              <a:off x="6392050" y="737875"/>
              <a:ext cx="66025" cy="64375"/>
            </a:xfrm>
            <a:custGeom>
              <a:rect b="b" l="l" r="r" t="t"/>
              <a:pathLst>
                <a:path extrusionOk="0" h="2575" w="2641">
                  <a:moveTo>
                    <a:pt x="1313" y="1"/>
                  </a:moveTo>
                  <a:cubicBezTo>
                    <a:pt x="644" y="1"/>
                    <a:pt x="69" y="535"/>
                    <a:pt x="42" y="1224"/>
                  </a:cubicBezTo>
                  <a:cubicBezTo>
                    <a:pt x="1" y="1926"/>
                    <a:pt x="548" y="2530"/>
                    <a:pt x="1250" y="2572"/>
                  </a:cubicBezTo>
                  <a:cubicBezTo>
                    <a:pt x="1276" y="2573"/>
                    <a:pt x="1302" y="2574"/>
                    <a:pt x="1328" y="2574"/>
                  </a:cubicBezTo>
                  <a:cubicBezTo>
                    <a:pt x="2010" y="2574"/>
                    <a:pt x="2571" y="2041"/>
                    <a:pt x="2612" y="1364"/>
                  </a:cubicBezTo>
                  <a:cubicBezTo>
                    <a:pt x="2640" y="649"/>
                    <a:pt x="2107" y="45"/>
                    <a:pt x="1390" y="3"/>
                  </a:cubicBezTo>
                  <a:cubicBezTo>
                    <a:pt x="1364" y="1"/>
                    <a:pt x="1339" y="1"/>
                    <a:pt x="131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1" name="Google Shape;501;p38"/>
            <p:cNvSpPr/>
            <p:nvPr/>
          </p:nvSpPr>
          <p:spPr>
            <a:xfrm>
              <a:off x="6337300" y="686625"/>
              <a:ext cx="99350" cy="96675"/>
            </a:xfrm>
            <a:custGeom>
              <a:rect b="b" l="l" r="r" t="t"/>
              <a:pathLst>
                <a:path extrusionOk="0" h="3867" w="3974">
                  <a:moveTo>
                    <a:pt x="1988" y="1"/>
                  </a:moveTo>
                  <a:cubicBezTo>
                    <a:pt x="966" y="1"/>
                    <a:pt x="111" y="796"/>
                    <a:pt x="57" y="1828"/>
                  </a:cubicBezTo>
                  <a:cubicBezTo>
                    <a:pt x="1" y="2895"/>
                    <a:pt x="815" y="3807"/>
                    <a:pt x="1882" y="3864"/>
                  </a:cubicBezTo>
                  <a:cubicBezTo>
                    <a:pt x="1917" y="3865"/>
                    <a:pt x="1951" y="3866"/>
                    <a:pt x="1986" y="3866"/>
                  </a:cubicBezTo>
                  <a:cubicBezTo>
                    <a:pt x="3007" y="3866"/>
                    <a:pt x="3850" y="3071"/>
                    <a:pt x="3917" y="2038"/>
                  </a:cubicBezTo>
                  <a:cubicBezTo>
                    <a:pt x="3973" y="971"/>
                    <a:pt x="3145" y="59"/>
                    <a:pt x="2092" y="3"/>
                  </a:cubicBezTo>
                  <a:cubicBezTo>
                    <a:pt x="2057" y="1"/>
                    <a:pt x="2022" y="1"/>
                    <a:pt x="198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2" name="Google Shape;502;p38"/>
            <p:cNvSpPr/>
            <p:nvPr/>
          </p:nvSpPr>
          <p:spPr>
            <a:xfrm>
              <a:off x="6304650" y="705925"/>
              <a:ext cx="66375" cy="64350"/>
            </a:xfrm>
            <a:custGeom>
              <a:rect b="b" l="l" r="r" t="t"/>
              <a:pathLst>
                <a:path extrusionOk="0" h="2574" w="2655">
                  <a:moveTo>
                    <a:pt x="1316" y="1"/>
                  </a:moveTo>
                  <a:cubicBezTo>
                    <a:pt x="646" y="1"/>
                    <a:pt x="83" y="533"/>
                    <a:pt x="43" y="1210"/>
                  </a:cubicBezTo>
                  <a:cubicBezTo>
                    <a:pt x="0" y="1927"/>
                    <a:pt x="548" y="2530"/>
                    <a:pt x="1264" y="2573"/>
                  </a:cubicBezTo>
                  <a:cubicBezTo>
                    <a:pt x="1282" y="2573"/>
                    <a:pt x="1299" y="2574"/>
                    <a:pt x="1317" y="2574"/>
                  </a:cubicBezTo>
                  <a:cubicBezTo>
                    <a:pt x="1996" y="2574"/>
                    <a:pt x="2571" y="2049"/>
                    <a:pt x="2612" y="1351"/>
                  </a:cubicBezTo>
                  <a:cubicBezTo>
                    <a:pt x="2654" y="635"/>
                    <a:pt x="2106" y="31"/>
                    <a:pt x="1391" y="3"/>
                  </a:cubicBezTo>
                  <a:cubicBezTo>
                    <a:pt x="1366" y="1"/>
                    <a:pt x="1341" y="1"/>
                    <a:pt x="131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503" name="Google Shape;503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9038" y="1853700"/>
            <a:ext cx="4238625" cy="1809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8" name="Google Shape;508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95949" y="564075"/>
            <a:ext cx="4752101" cy="4015351"/>
          </a:xfrm>
          <a:prstGeom prst="rect">
            <a:avLst/>
          </a:prstGeom>
          <a:noFill/>
          <a:ln>
            <a:noFill/>
          </a:ln>
        </p:spPr>
      </p:pic>
      <p:sp>
        <p:nvSpPr>
          <p:cNvPr id="509" name="Google Shape;509;p39"/>
          <p:cNvSpPr txBox="1"/>
          <p:nvPr>
            <p:ph idx="4294967295" type="subTitle"/>
          </p:nvPr>
        </p:nvSpPr>
        <p:spPr>
          <a:xfrm>
            <a:off x="2366254" y="4629425"/>
            <a:ext cx="4411500" cy="175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Performance varies substantially across patients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4" name="Google Shape;514;p40"/>
          <p:cNvGrpSpPr/>
          <p:nvPr/>
        </p:nvGrpSpPr>
        <p:grpSpPr>
          <a:xfrm>
            <a:off x="6326544" y="1306851"/>
            <a:ext cx="2097463" cy="3836647"/>
            <a:chOff x="6179590" y="61100"/>
            <a:chExt cx="2778464" cy="5082324"/>
          </a:xfrm>
        </p:grpSpPr>
        <p:sp>
          <p:nvSpPr>
            <p:cNvPr id="515" name="Google Shape;515;p40"/>
            <p:cNvSpPr/>
            <p:nvPr/>
          </p:nvSpPr>
          <p:spPr>
            <a:xfrm>
              <a:off x="6179590" y="1307374"/>
              <a:ext cx="2778464" cy="3835673"/>
            </a:xfrm>
            <a:custGeom>
              <a:rect b="b" l="l" r="r" t="t"/>
              <a:pathLst>
                <a:path extrusionOk="0" h="71209" w="51582">
                  <a:moveTo>
                    <a:pt x="25790" y="0"/>
                  </a:moveTo>
                  <a:lnTo>
                    <a:pt x="21004" y="126"/>
                  </a:lnTo>
                  <a:lnTo>
                    <a:pt x="20989" y="1264"/>
                  </a:lnTo>
                  <a:lnTo>
                    <a:pt x="9772" y="4450"/>
                  </a:lnTo>
                  <a:cubicBezTo>
                    <a:pt x="7932" y="4746"/>
                    <a:pt x="3903" y="7020"/>
                    <a:pt x="3720" y="11316"/>
                  </a:cubicBezTo>
                  <a:lnTo>
                    <a:pt x="197" y="34523"/>
                  </a:lnTo>
                  <a:cubicBezTo>
                    <a:pt x="0" y="43115"/>
                    <a:pt x="463" y="48493"/>
                    <a:pt x="1573" y="55484"/>
                  </a:cubicBezTo>
                  <a:lnTo>
                    <a:pt x="4984" y="54726"/>
                  </a:lnTo>
                  <a:cubicBezTo>
                    <a:pt x="6388" y="45333"/>
                    <a:pt x="7357" y="42484"/>
                    <a:pt x="6809" y="35239"/>
                  </a:cubicBezTo>
                  <a:cubicBezTo>
                    <a:pt x="9420" y="32361"/>
                    <a:pt x="10207" y="25341"/>
                    <a:pt x="10811" y="17943"/>
                  </a:cubicBezTo>
                  <a:lnTo>
                    <a:pt x="12284" y="46428"/>
                  </a:lnTo>
                  <a:lnTo>
                    <a:pt x="12060" y="53238"/>
                  </a:lnTo>
                  <a:cubicBezTo>
                    <a:pt x="11161" y="59232"/>
                    <a:pt x="10515" y="65452"/>
                    <a:pt x="10221" y="71209"/>
                  </a:cubicBezTo>
                  <a:lnTo>
                    <a:pt x="23868" y="71209"/>
                  </a:lnTo>
                  <a:cubicBezTo>
                    <a:pt x="24261" y="67502"/>
                    <a:pt x="24527" y="63178"/>
                    <a:pt x="24723" y="59612"/>
                  </a:cubicBezTo>
                  <a:cubicBezTo>
                    <a:pt x="25075" y="59625"/>
                    <a:pt x="25440" y="59640"/>
                    <a:pt x="25790" y="59640"/>
                  </a:cubicBezTo>
                  <a:cubicBezTo>
                    <a:pt x="26155" y="59640"/>
                    <a:pt x="26507" y="59625"/>
                    <a:pt x="26857" y="59612"/>
                  </a:cubicBezTo>
                  <a:cubicBezTo>
                    <a:pt x="27054" y="63178"/>
                    <a:pt x="27321" y="67502"/>
                    <a:pt x="27714" y="71209"/>
                  </a:cubicBezTo>
                  <a:lnTo>
                    <a:pt x="41361" y="71209"/>
                  </a:lnTo>
                  <a:cubicBezTo>
                    <a:pt x="41066" y="65452"/>
                    <a:pt x="40420" y="59232"/>
                    <a:pt x="39521" y="53238"/>
                  </a:cubicBezTo>
                  <a:lnTo>
                    <a:pt x="39297" y="46428"/>
                  </a:lnTo>
                  <a:lnTo>
                    <a:pt x="40771" y="17943"/>
                  </a:lnTo>
                  <a:cubicBezTo>
                    <a:pt x="41374" y="25341"/>
                    <a:pt x="42161" y="32361"/>
                    <a:pt x="44772" y="35239"/>
                  </a:cubicBezTo>
                  <a:cubicBezTo>
                    <a:pt x="44225" y="42484"/>
                    <a:pt x="45193" y="45333"/>
                    <a:pt x="46597" y="54726"/>
                  </a:cubicBezTo>
                  <a:lnTo>
                    <a:pt x="50009" y="55484"/>
                  </a:lnTo>
                  <a:cubicBezTo>
                    <a:pt x="51118" y="48493"/>
                    <a:pt x="51582" y="43115"/>
                    <a:pt x="51385" y="34523"/>
                  </a:cubicBezTo>
                  <a:lnTo>
                    <a:pt x="47861" y="11316"/>
                  </a:lnTo>
                  <a:cubicBezTo>
                    <a:pt x="47679" y="7020"/>
                    <a:pt x="43649" y="4746"/>
                    <a:pt x="41810" y="4450"/>
                  </a:cubicBezTo>
                  <a:lnTo>
                    <a:pt x="30592" y="1264"/>
                  </a:lnTo>
                  <a:lnTo>
                    <a:pt x="30579" y="126"/>
                  </a:lnTo>
                  <a:lnTo>
                    <a:pt x="25790" y="0"/>
                  </a:lnTo>
                  <a:close/>
                </a:path>
              </a:pathLst>
            </a:custGeom>
            <a:solidFill>
              <a:srgbClr val="E1BCA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6" name="Google Shape;516;p40"/>
            <p:cNvSpPr/>
            <p:nvPr/>
          </p:nvSpPr>
          <p:spPr>
            <a:xfrm>
              <a:off x="6246113" y="4255190"/>
              <a:ext cx="305576" cy="888234"/>
            </a:xfrm>
            <a:custGeom>
              <a:rect b="b" l="l" r="r" t="t"/>
              <a:pathLst>
                <a:path extrusionOk="0" h="16490" w="5673">
                  <a:moveTo>
                    <a:pt x="3749" y="0"/>
                  </a:moveTo>
                  <a:lnTo>
                    <a:pt x="338" y="575"/>
                  </a:lnTo>
                  <a:lnTo>
                    <a:pt x="351" y="3482"/>
                  </a:lnTo>
                  <a:cubicBezTo>
                    <a:pt x="1" y="5616"/>
                    <a:pt x="310" y="8157"/>
                    <a:pt x="435" y="9055"/>
                  </a:cubicBezTo>
                  <a:cubicBezTo>
                    <a:pt x="478" y="9280"/>
                    <a:pt x="492" y="9491"/>
                    <a:pt x="534" y="9645"/>
                  </a:cubicBezTo>
                  <a:cubicBezTo>
                    <a:pt x="632" y="10053"/>
                    <a:pt x="913" y="10908"/>
                    <a:pt x="1166" y="11638"/>
                  </a:cubicBezTo>
                  <a:lnTo>
                    <a:pt x="1222" y="12074"/>
                  </a:lnTo>
                  <a:cubicBezTo>
                    <a:pt x="1222" y="12088"/>
                    <a:pt x="1236" y="12088"/>
                    <a:pt x="1236" y="12102"/>
                  </a:cubicBezTo>
                  <a:cubicBezTo>
                    <a:pt x="1236" y="12130"/>
                    <a:pt x="1250" y="12172"/>
                    <a:pt x="1250" y="12200"/>
                  </a:cubicBezTo>
                  <a:cubicBezTo>
                    <a:pt x="1264" y="12228"/>
                    <a:pt x="1278" y="12256"/>
                    <a:pt x="1278" y="12271"/>
                  </a:cubicBezTo>
                  <a:lnTo>
                    <a:pt x="1321" y="12355"/>
                  </a:lnTo>
                  <a:lnTo>
                    <a:pt x="1362" y="12439"/>
                  </a:lnTo>
                  <a:cubicBezTo>
                    <a:pt x="1362" y="12439"/>
                    <a:pt x="1377" y="12453"/>
                    <a:pt x="1377" y="12467"/>
                  </a:cubicBezTo>
                  <a:lnTo>
                    <a:pt x="1531" y="12677"/>
                  </a:lnTo>
                  <a:cubicBezTo>
                    <a:pt x="1587" y="12832"/>
                    <a:pt x="1615" y="12930"/>
                    <a:pt x="1615" y="12930"/>
                  </a:cubicBezTo>
                  <a:cubicBezTo>
                    <a:pt x="1615" y="12945"/>
                    <a:pt x="3833" y="16118"/>
                    <a:pt x="3833" y="16118"/>
                  </a:cubicBezTo>
                  <a:cubicBezTo>
                    <a:pt x="4001" y="16361"/>
                    <a:pt x="4271" y="16489"/>
                    <a:pt x="4544" y="16489"/>
                  </a:cubicBezTo>
                  <a:cubicBezTo>
                    <a:pt x="4727" y="16489"/>
                    <a:pt x="4911" y="16432"/>
                    <a:pt x="5069" y="16314"/>
                  </a:cubicBezTo>
                  <a:lnTo>
                    <a:pt x="5083" y="16300"/>
                  </a:lnTo>
                  <a:cubicBezTo>
                    <a:pt x="5476" y="16019"/>
                    <a:pt x="5560" y="15457"/>
                    <a:pt x="5280" y="15064"/>
                  </a:cubicBezTo>
                  <a:lnTo>
                    <a:pt x="5055" y="14755"/>
                  </a:lnTo>
                  <a:cubicBezTo>
                    <a:pt x="5125" y="14727"/>
                    <a:pt x="5209" y="14671"/>
                    <a:pt x="5265" y="14615"/>
                  </a:cubicBezTo>
                  <a:lnTo>
                    <a:pt x="5280" y="14601"/>
                  </a:lnTo>
                  <a:cubicBezTo>
                    <a:pt x="5602" y="14292"/>
                    <a:pt x="5630" y="13772"/>
                    <a:pt x="5321" y="13450"/>
                  </a:cubicBezTo>
                  <a:lnTo>
                    <a:pt x="4774" y="12874"/>
                  </a:lnTo>
                  <a:cubicBezTo>
                    <a:pt x="4900" y="12580"/>
                    <a:pt x="4859" y="12228"/>
                    <a:pt x="4619" y="11990"/>
                  </a:cubicBezTo>
                  <a:lnTo>
                    <a:pt x="3005" y="10263"/>
                  </a:lnTo>
                  <a:lnTo>
                    <a:pt x="2837" y="9238"/>
                  </a:lnTo>
                  <a:lnTo>
                    <a:pt x="3202" y="7090"/>
                  </a:lnTo>
                  <a:lnTo>
                    <a:pt x="3805" y="9126"/>
                  </a:lnTo>
                  <a:cubicBezTo>
                    <a:pt x="3920" y="9517"/>
                    <a:pt x="4280" y="9766"/>
                    <a:pt x="4662" y="9766"/>
                  </a:cubicBezTo>
                  <a:cubicBezTo>
                    <a:pt x="4746" y="9766"/>
                    <a:pt x="4831" y="9754"/>
                    <a:pt x="4915" y="9729"/>
                  </a:cubicBezTo>
                  <a:lnTo>
                    <a:pt x="4928" y="9729"/>
                  </a:lnTo>
                  <a:cubicBezTo>
                    <a:pt x="5406" y="9589"/>
                    <a:pt x="5673" y="9098"/>
                    <a:pt x="5532" y="8620"/>
                  </a:cubicBezTo>
                  <a:lnTo>
                    <a:pt x="4647" y="5573"/>
                  </a:lnTo>
                  <a:cubicBezTo>
                    <a:pt x="4606" y="5419"/>
                    <a:pt x="4578" y="5236"/>
                    <a:pt x="4591" y="5068"/>
                  </a:cubicBezTo>
                  <a:lnTo>
                    <a:pt x="4647" y="3679"/>
                  </a:lnTo>
                  <a:cubicBezTo>
                    <a:pt x="4675" y="3145"/>
                    <a:pt x="4606" y="2612"/>
                    <a:pt x="4437" y="2106"/>
                  </a:cubicBezTo>
                  <a:lnTo>
                    <a:pt x="3749" y="0"/>
                  </a:lnTo>
                  <a:close/>
                </a:path>
              </a:pathLst>
            </a:custGeom>
            <a:solidFill>
              <a:srgbClr val="E1BCA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7" name="Google Shape;517;p40"/>
            <p:cNvSpPr/>
            <p:nvPr/>
          </p:nvSpPr>
          <p:spPr>
            <a:xfrm>
              <a:off x="8585955" y="4255190"/>
              <a:ext cx="305576" cy="888234"/>
            </a:xfrm>
            <a:custGeom>
              <a:rect b="b" l="l" r="r" t="t"/>
              <a:pathLst>
                <a:path extrusionOk="0" h="16490" w="5673">
                  <a:moveTo>
                    <a:pt x="1923" y="0"/>
                  </a:moveTo>
                  <a:lnTo>
                    <a:pt x="1236" y="2106"/>
                  </a:lnTo>
                  <a:cubicBezTo>
                    <a:pt x="1067" y="2612"/>
                    <a:pt x="996" y="3145"/>
                    <a:pt x="1025" y="3679"/>
                  </a:cubicBezTo>
                  <a:lnTo>
                    <a:pt x="1081" y="5068"/>
                  </a:lnTo>
                  <a:cubicBezTo>
                    <a:pt x="1095" y="5236"/>
                    <a:pt x="1067" y="5419"/>
                    <a:pt x="1025" y="5573"/>
                  </a:cubicBezTo>
                  <a:lnTo>
                    <a:pt x="141" y="8620"/>
                  </a:lnTo>
                  <a:cubicBezTo>
                    <a:pt x="0" y="9098"/>
                    <a:pt x="266" y="9589"/>
                    <a:pt x="744" y="9729"/>
                  </a:cubicBezTo>
                  <a:lnTo>
                    <a:pt x="758" y="9729"/>
                  </a:lnTo>
                  <a:cubicBezTo>
                    <a:pt x="845" y="9754"/>
                    <a:pt x="931" y="9766"/>
                    <a:pt x="1016" y="9766"/>
                  </a:cubicBezTo>
                  <a:cubicBezTo>
                    <a:pt x="1401" y="9766"/>
                    <a:pt x="1752" y="9517"/>
                    <a:pt x="1867" y="9126"/>
                  </a:cubicBezTo>
                  <a:lnTo>
                    <a:pt x="2471" y="7090"/>
                  </a:lnTo>
                  <a:lnTo>
                    <a:pt x="2836" y="9238"/>
                  </a:lnTo>
                  <a:lnTo>
                    <a:pt x="2668" y="10263"/>
                  </a:lnTo>
                  <a:lnTo>
                    <a:pt x="1053" y="11990"/>
                  </a:lnTo>
                  <a:cubicBezTo>
                    <a:pt x="815" y="12228"/>
                    <a:pt x="772" y="12580"/>
                    <a:pt x="899" y="12874"/>
                  </a:cubicBezTo>
                  <a:lnTo>
                    <a:pt x="365" y="13450"/>
                  </a:lnTo>
                  <a:cubicBezTo>
                    <a:pt x="42" y="13772"/>
                    <a:pt x="70" y="14292"/>
                    <a:pt x="393" y="14601"/>
                  </a:cubicBezTo>
                  <a:lnTo>
                    <a:pt x="407" y="14615"/>
                  </a:lnTo>
                  <a:cubicBezTo>
                    <a:pt x="463" y="14671"/>
                    <a:pt x="547" y="14727"/>
                    <a:pt x="618" y="14755"/>
                  </a:cubicBezTo>
                  <a:lnTo>
                    <a:pt x="393" y="15064"/>
                  </a:lnTo>
                  <a:cubicBezTo>
                    <a:pt x="113" y="15457"/>
                    <a:pt x="197" y="16019"/>
                    <a:pt x="590" y="16300"/>
                  </a:cubicBezTo>
                  <a:lnTo>
                    <a:pt x="603" y="16314"/>
                  </a:lnTo>
                  <a:cubicBezTo>
                    <a:pt x="761" y="16432"/>
                    <a:pt x="945" y="16489"/>
                    <a:pt x="1128" y="16489"/>
                  </a:cubicBezTo>
                  <a:cubicBezTo>
                    <a:pt x="1401" y="16489"/>
                    <a:pt x="1671" y="16361"/>
                    <a:pt x="1839" y="16118"/>
                  </a:cubicBezTo>
                  <a:cubicBezTo>
                    <a:pt x="1839" y="16118"/>
                    <a:pt x="4057" y="12945"/>
                    <a:pt x="4057" y="12930"/>
                  </a:cubicBezTo>
                  <a:cubicBezTo>
                    <a:pt x="4057" y="12930"/>
                    <a:pt x="4085" y="12832"/>
                    <a:pt x="4141" y="12677"/>
                  </a:cubicBezTo>
                  <a:lnTo>
                    <a:pt x="4296" y="12467"/>
                  </a:lnTo>
                  <a:cubicBezTo>
                    <a:pt x="4296" y="12453"/>
                    <a:pt x="4310" y="12439"/>
                    <a:pt x="4310" y="12439"/>
                  </a:cubicBezTo>
                  <a:lnTo>
                    <a:pt x="4353" y="12355"/>
                  </a:lnTo>
                  <a:lnTo>
                    <a:pt x="4394" y="12271"/>
                  </a:lnTo>
                  <a:cubicBezTo>
                    <a:pt x="4409" y="12256"/>
                    <a:pt x="4409" y="12228"/>
                    <a:pt x="4422" y="12200"/>
                  </a:cubicBezTo>
                  <a:cubicBezTo>
                    <a:pt x="4422" y="12172"/>
                    <a:pt x="4437" y="12130"/>
                    <a:pt x="4437" y="12102"/>
                  </a:cubicBezTo>
                  <a:cubicBezTo>
                    <a:pt x="4437" y="12088"/>
                    <a:pt x="4450" y="12088"/>
                    <a:pt x="4450" y="12074"/>
                  </a:cubicBezTo>
                  <a:lnTo>
                    <a:pt x="4506" y="11638"/>
                  </a:lnTo>
                  <a:cubicBezTo>
                    <a:pt x="4759" y="10908"/>
                    <a:pt x="5040" y="10053"/>
                    <a:pt x="5139" y="9645"/>
                  </a:cubicBezTo>
                  <a:cubicBezTo>
                    <a:pt x="5180" y="9491"/>
                    <a:pt x="5195" y="9280"/>
                    <a:pt x="5236" y="9055"/>
                  </a:cubicBezTo>
                  <a:cubicBezTo>
                    <a:pt x="5363" y="8157"/>
                    <a:pt x="5672" y="5616"/>
                    <a:pt x="5321" y="3482"/>
                  </a:cubicBezTo>
                  <a:lnTo>
                    <a:pt x="5335" y="575"/>
                  </a:lnTo>
                  <a:lnTo>
                    <a:pt x="1923" y="0"/>
                  </a:lnTo>
                  <a:close/>
                </a:path>
              </a:pathLst>
            </a:custGeom>
            <a:solidFill>
              <a:srgbClr val="E1BCA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8" name="Google Shape;518;p40"/>
            <p:cNvSpPr/>
            <p:nvPr/>
          </p:nvSpPr>
          <p:spPr>
            <a:xfrm>
              <a:off x="7019722" y="61100"/>
              <a:ext cx="973394" cy="1268198"/>
            </a:xfrm>
            <a:custGeom>
              <a:rect b="b" l="l" r="r" t="t"/>
              <a:pathLst>
                <a:path extrusionOk="0" h="23544" w="18071">
                  <a:moveTo>
                    <a:pt x="8644" y="0"/>
                  </a:moveTo>
                  <a:cubicBezTo>
                    <a:pt x="1879" y="0"/>
                    <a:pt x="829" y="4411"/>
                    <a:pt x="675" y="5966"/>
                  </a:cubicBezTo>
                  <a:cubicBezTo>
                    <a:pt x="618" y="6430"/>
                    <a:pt x="380" y="8424"/>
                    <a:pt x="380" y="8424"/>
                  </a:cubicBezTo>
                  <a:cubicBezTo>
                    <a:pt x="310" y="8705"/>
                    <a:pt x="85" y="9925"/>
                    <a:pt x="534" y="10206"/>
                  </a:cubicBezTo>
                  <a:cubicBezTo>
                    <a:pt x="534" y="10206"/>
                    <a:pt x="886" y="10403"/>
                    <a:pt x="815" y="10754"/>
                  </a:cubicBezTo>
                  <a:lnTo>
                    <a:pt x="100" y="14362"/>
                  </a:lnTo>
                  <a:cubicBezTo>
                    <a:pt x="1" y="14867"/>
                    <a:pt x="380" y="15345"/>
                    <a:pt x="899" y="15345"/>
                  </a:cubicBezTo>
                  <a:lnTo>
                    <a:pt x="1504" y="15345"/>
                  </a:lnTo>
                  <a:cubicBezTo>
                    <a:pt x="1504" y="15345"/>
                    <a:pt x="1489" y="15878"/>
                    <a:pt x="1489" y="16777"/>
                  </a:cubicBezTo>
                  <a:cubicBezTo>
                    <a:pt x="1489" y="17156"/>
                    <a:pt x="1504" y="17606"/>
                    <a:pt x="1504" y="18096"/>
                  </a:cubicBezTo>
                  <a:lnTo>
                    <a:pt x="1560" y="18461"/>
                  </a:lnTo>
                  <a:lnTo>
                    <a:pt x="1672" y="19304"/>
                  </a:lnTo>
                  <a:lnTo>
                    <a:pt x="1728" y="19712"/>
                  </a:lnTo>
                  <a:lnTo>
                    <a:pt x="1882" y="20835"/>
                  </a:lnTo>
                  <a:cubicBezTo>
                    <a:pt x="2023" y="21424"/>
                    <a:pt x="2538" y="21814"/>
                    <a:pt x="3117" y="21814"/>
                  </a:cubicBezTo>
                  <a:cubicBezTo>
                    <a:pt x="3173" y="21814"/>
                    <a:pt x="3229" y="21810"/>
                    <a:pt x="3286" y="21803"/>
                  </a:cubicBezTo>
                  <a:lnTo>
                    <a:pt x="5435" y="21705"/>
                  </a:lnTo>
                  <a:lnTo>
                    <a:pt x="5407" y="23263"/>
                  </a:lnTo>
                  <a:lnTo>
                    <a:pt x="14982" y="23544"/>
                  </a:lnTo>
                  <a:lnTo>
                    <a:pt x="14982" y="23544"/>
                  </a:lnTo>
                  <a:lnTo>
                    <a:pt x="14714" y="16973"/>
                  </a:lnTo>
                  <a:cubicBezTo>
                    <a:pt x="17789" y="14418"/>
                    <a:pt x="18070" y="9813"/>
                    <a:pt x="17691" y="6177"/>
                  </a:cubicBezTo>
                  <a:cubicBezTo>
                    <a:pt x="17213" y="1601"/>
                    <a:pt x="12960" y="14"/>
                    <a:pt x="8677" y="0"/>
                  </a:cubicBezTo>
                  <a:cubicBezTo>
                    <a:pt x="8666" y="0"/>
                    <a:pt x="8655" y="0"/>
                    <a:pt x="8644" y="0"/>
                  </a:cubicBezTo>
                  <a:close/>
                </a:path>
              </a:pathLst>
            </a:custGeom>
            <a:solidFill>
              <a:srgbClr val="E1BCA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9" name="Google Shape;519;p40"/>
            <p:cNvSpPr/>
            <p:nvPr/>
          </p:nvSpPr>
          <p:spPr>
            <a:xfrm>
              <a:off x="6826131" y="2516967"/>
              <a:ext cx="1120069" cy="625588"/>
            </a:xfrm>
            <a:custGeom>
              <a:rect b="b" l="l" r="r" t="t"/>
              <a:pathLst>
                <a:path extrusionOk="0" h="11614" w="20794">
                  <a:moveTo>
                    <a:pt x="6223" y="1"/>
                  </a:moveTo>
                  <a:cubicBezTo>
                    <a:pt x="5983" y="1"/>
                    <a:pt x="5731" y="15"/>
                    <a:pt x="5463" y="49"/>
                  </a:cubicBezTo>
                  <a:cubicBezTo>
                    <a:pt x="4578" y="161"/>
                    <a:pt x="2612" y="779"/>
                    <a:pt x="1826" y="2745"/>
                  </a:cubicBezTo>
                  <a:cubicBezTo>
                    <a:pt x="1376" y="3826"/>
                    <a:pt x="1" y="5356"/>
                    <a:pt x="1320" y="8656"/>
                  </a:cubicBezTo>
                  <a:cubicBezTo>
                    <a:pt x="1588" y="9330"/>
                    <a:pt x="1588" y="10017"/>
                    <a:pt x="1545" y="10719"/>
                  </a:cubicBezTo>
                  <a:cubicBezTo>
                    <a:pt x="1522" y="11231"/>
                    <a:pt x="1979" y="11614"/>
                    <a:pt x="2489" y="11614"/>
                  </a:cubicBezTo>
                  <a:cubicBezTo>
                    <a:pt x="2609" y="11614"/>
                    <a:pt x="2731" y="11593"/>
                    <a:pt x="2851" y="11548"/>
                  </a:cubicBezTo>
                  <a:cubicBezTo>
                    <a:pt x="3876" y="11140"/>
                    <a:pt x="4845" y="10706"/>
                    <a:pt x="5940" y="10354"/>
                  </a:cubicBezTo>
                  <a:cubicBezTo>
                    <a:pt x="7161" y="9961"/>
                    <a:pt x="8636" y="10060"/>
                    <a:pt x="10137" y="8697"/>
                  </a:cubicBezTo>
                  <a:cubicBezTo>
                    <a:pt x="10895" y="8010"/>
                    <a:pt x="11500" y="6859"/>
                    <a:pt x="12230" y="6129"/>
                  </a:cubicBezTo>
                  <a:cubicBezTo>
                    <a:pt x="12889" y="5468"/>
                    <a:pt x="18168" y="4416"/>
                    <a:pt x="20373" y="2913"/>
                  </a:cubicBezTo>
                  <a:cubicBezTo>
                    <a:pt x="20794" y="2632"/>
                    <a:pt x="20667" y="2043"/>
                    <a:pt x="20176" y="1902"/>
                  </a:cubicBezTo>
                  <a:cubicBezTo>
                    <a:pt x="17487" y="1197"/>
                    <a:pt x="14272" y="228"/>
                    <a:pt x="11507" y="228"/>
                  </a:cubicBezTo>
                  <a:cubicBezTo>
                    <a:pt x="11081" y="228"/>
                    <a:pt x="10665" y="251"/>
                    <a:pt x="10264" y="302"/>
                  </a:cubicBezTo>
                  <a:cubicBezTo>
                    <a:pt x="9997" y="336"/>
                    <a:pt x="9746" y="351"/>
                    <a:pt x="9506" y="351"/>
                  </a:cubicBezTo>
                  <a:cubicBezTo>
                    <a:pt x="8321" y="351"/>
                    <a:pt x="7415" y="1"/>
                    <a:pt x="622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0" name="Google Shape;520;p40"/>
            <p:cNvSpPr/>
            <p:nvPr/>
          </p:nvSpPr>
          <p:spPr>
            <a:xfrm>
              <a:off x="6909299" y="2610315"/>
              <a:ext cx="1033885" cy="532294"/>
            </a:xfrm>
            <a:custGeom>
              <a:rect b="b" l="l" r="r" t="t"/>
              <a:pathLst>
                <a:path extrusionOk="0" h="9882" w="19194">
                  <a:moveTo>
                    <a:pt x="18801" y="253"/>
                  </a:moveTo>
                  <a:cubicBezTo>
                    <a:pt x="12945" y="1938"/>
                    <a:pt x="5435" y="1"/>
                    <a:pt x="2571" y="6810"/>
                  </a:cubicBezTo>
                  <a:cubicBezTo>
                    <a:pt x="2318" y="7526"/>
                    <a:pt x="1391" y="8649"/>
                    <a:pt x="1" y="9014"/>
                  </a:cubicBezTo>
                  <a:cubicBezTo>
                    <a:pt x="1" y="9503"/>
                    <a:pt x="443" y="9881"/>
                    <a:pt x="946" y="9881"/>
                  </a:cubicBezTo>
                  <a:cubicBezTo>
                    <a:pt x="1065" y="9881"/>
                    <a:pt x="1187" y="9860"/>
                    <a:pt x="1307" y="9815"/>
                  </a:cubicBezTo>
                  <a:cubicBezTo>
                    <a:pt x="2332" y="9407"/>
                    <a:pt x="3301" y="8973"/>
                    <a:pt x="4396" y="8621"/>
                  </a:cubicBezTo>
                  <a:cubicBezTo>
                    <a:pt x="5617" y="8228"/>
                    <a:pt x="7092" y="8327"/>
                    <a:pt x="8593" y="6964"/>
                  </a:cubicBezTo>
                  <a:cubicBezTo>
                    <a:pt x="9351" y="6277"/>
                    <a:pt x="9956" y="5126"/>
                    <a:pt x="10686" y="4396"/>
                  </a:cubicBezTo>
                  <a:cubicBezTo>
                    <a:pt x="11345" y="3735"/>
                    <a:pt x="16624" y="2683"/>
                    <a:pt x="18829" y="1180"/>
                  </a:cubicBezTo>
                  <a:cubicBezTo>
                    <a:pt x="19194" y="942"/>
                    <a:pt x="19151" y="465"/>
                    <a:pt x="18801" y="25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1" name="Google Shape;521;p40"/>
            <p:cNvSpPr/>
            <p:nvPr/>
          </p:nvSpPr>
          <p:spPr>
            <a:xfrm>
              <a:off x="7115817" y="2796203"/>
              <a:ext cx="361542" cy="247510"/>
            </a:xfrm>
            <a:custGeom>
              <a:rect b="b" l="l" r="r" t="t"/>
              <a:pathLst>
                <a:path extrusionOk="0" h="4595" w="6712">
                  <a:moveTo>
                    <a:pt x="5858" y="1"/>
                  </a:moveTo>
                  <a:cubicBezTo>
                    <a:pt x="5685" y="1"/>
                    <a:pt x="5465" y="88"/>
                    <a:pt x="5377" y="158"/>
                  </a:cubicBezTo>
                  <a:cubicBezTo>
                    <a:pt x="5433" y="945"/>
                    <a:pt x="5517" y="1731"/>
                    <a:pt x="5644" y="2517"/>
                  </a:cubicBezTo>
                  <a:cubicBezTo>
                    <a:pt x="5265" y="2236"/>
                    <a:pt x="4815" y="2053"/>
                    <a:pt x="4338" y="1984"/>
                  </a:cubicBezTo>
                  <a:cubicBezTo>
                    <a:pt x="4325" y="1899"/>
                    <a:pt x="4296" y="1829"/>
                    <a:pt x="4240" y="1772"/>
                  </a:cubicBezTo>
                  <a:cubicBezTo>
                    <a:pt x="4044" y="1534"/>
                    <a:pt x="3720" y="1464"/>
                    <a:pt x="3426" y="1338"/>
                  </a:cubicBezTo>
                  <a:cubicBezTo>
                    <a:pt x="2934" y="1113"/>
                    <a:pt x="2541" y="720"/>
                    <a:pt x="2022" y="565"/>
                  </a:cubicBezTo>
                  <a:cubicBezTo>
                    <a:pt x="1890" y="530"/>
                    <a:pt x="1754" y="513"/>
                    <a:pt x="1618" y="513"/>
                  </a:cubicBezTo>
                  <a:cubicBezTo>
                    <a:pt x="1159" y="513"/>
                    <a:pt x="703" y="704"/>
                    <a:pt x="422" y="1029"/>
                  </a:cubicBezTo>
                  <a:cubicBezTo>
                    <a:pt x="42" y="1464"/>
                    <a:pt x="0" y="2096"/>
                    <a:pt x="309" y="2573"/>
                  </a:cubicBezTo>
                  <a:cubicBezTo>
                    <a:pt x="575" y="2971"/>
                    <a:pt x="1079" y="3225"/>
                    <a:pt x="1591" y="3225"/>
                  </a:cubicBezTo>
                  <a:cubicBezTo>
                    <a:pt x="1674" y="3225"/>
                    <a:pt x="1757" y="3218"/>
                    <a:pt x="1839" y="3204"/>
                  </a:cubicBezTo>
                  <a:cubicBezTo>
                    <a:pt x="2288" y="3135"/>
                    <a:pt x="2696" y="2882"/>
                    <a:pt x="3145" y="2811"/>
                  </a:cubicBezTo>
                  <a:cubicBezTo>
                    <a:pt x="3439" y="2783"/>
                    <a:pt x="3748" y="2811"/>
                    <a:pt x="4016" y="2699"/>
                  </a:cubicBezTo>
                  <a:cubicBezTo>
                    <a:pt x="4072" y="2671"/>
                    <a:pt x="4113" y="2629"/>
                    <a:pt x="4156" y="2601"/>
                  </a:cubicBezTo>
                  <a:cubicBezTo>
                    <a:pt x="4619" y="2657"/>
                    <a:pt x="5068" y="2867"/>
                    <a:pt x="5392" y="3176"/>
                  </a:cubicBezTo>
                  <a:cubicBezTo>
                    <a:pt x="5757" y="3541"/>
                    <a:pt x="5953" y="4061"/>
                    <a:pt x="5925" y="4552"/>
                  </a:cubicBezTo>
                  <a:lnTo>
                    <a:pt x="6627" y="4595"/>
                  </a:lnTo>
                  <a:lnTo>
                    <a:pt x="6627" y="4412"/>
                  </a:lnTo>
                  <a:lnTo>
                    <a:pt x="6711" y="4398"/>
                  </a:lnTo>
                  <a:cubicBezTo>
                    <a:pt x="6388" y="2994"/>
                    <a:pt x="6163" y="1562"/>
                    <a:pt x="6079" y="116"/>
                  </a:cubicBezTo>
                  <a:cubicBezTo>
                    <a:pt x="6047" y="32"/>
                    <a:pt x="5961" y="1"/>
                    <a:pt x="585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2" name="Google Shape;522;p40"/>
            <p:cNvSpPr/>
            <p:nvPr/>
          </p:nvSpPr>
          <p:spPr>
            <a:xfrm>
              <a:off x="7164188" y="3043713"/>
              <a:ext cx="934019" cy="324321"/>
            </a:xfrm>
            <a:custGeom>
              <a:rect b="b" l="l" r="r" t="t"/>
              <a:pathLst>
                <a:path extrusionOk="0" h="6021" w="17340">
                  <a:moveTo>
                    <a:pt x="16472" y="1"/>
                  </a:moveTo>
                  <a:cubicBezTo>
                    <a:pt x="15908" y="1"/>
                    <a:pt x="15327" y="168"/>
                    <a:pt x="14812" y="406"/>
                  </a:cubicBezTo>
                  <a:cubicBezTo>
                    <a:pt x="14040" y="772"/>
                    <a:pt x="13352" y="1277"/>
                    <a:pt x="12566" y="1642"/>
                  </a:cubicBezTo>
                  <a:cubicBezTo>
                    <a:pt x="10881" y="2415"/>
                    <a:pt x="8915" y="2428"/>
                    <a:pt x="7034" y="2443"/>
                  </a:cubicBezTo>
                  <a:cubicBezTo>
                    <a:pt x="6347" y="2443"/>
                    <a:pt x="5645" y="2443"/>
                    <a:pt x="4971" y="2359"/>
                  </a:cubicBezTo>
                  <a:cubicBezTo>
                    <a:pt x="4128" y="2260"/>
                    <a:pt x="3300" y="2035"/>
                    <a:pt x="2541" y="1685"/>
                  </a:cubicBezTo>
                  <a:cubicBezTo>
                    <a:pt x="2283" y="1581"/>
                    <a:pt x="2014" y="1442"/>
                    <a:pt x="1732" y="1442"/>
                  </a:cubicBezTo>
                  <a:cubicBezTo>
                    <a:pt x="1707" y="1442"/>
                    <a:pt x="1682" y="1443"/>
                    <a:pt x="1658" y="1445"/>
                  </a:cubicBezTo>
                  <a:cubicBezTo>
                    <a:pt x="1096" y="1488"/>
                    <a:pt x="772" y="2050"/>
                    <a:pt x="562" y="2540"/>
                  </a:cubicBezTo>
                  <a:cubicBezTo>
                    <a:pt x="282" y="3201"/>
                    <a:pt x="1" y="3973"/>
                    <a:pt x="394" y="4590"/>
                  </a:cubicBezTo>
                  <a:cubicBezTo>
                    <a:pt x="731" y="5082"/>
                    <a:pt x="1405" y="5279"/>
                    <a:pt x="2023" y="5419"/>
                  </a:cubicBezTo>
                  <a:cubicBezTo>
                    <a:pt x="3478" y="5761"/>
                    <a:pt x="4988" y="6020"/>
                    <a:pt x="6481" y="6020"/>
                  </a:cubicBezTo>
                  <a:cubicBezTo>
                    <a:pt x="7379" y="6020"/>
                    <a:pt x="8270" y="5926"/>
                    <a:pt x="9140" y="5700"/>
                  </a:cubicBezTo>
                  <a:cubicBezTo>
                    <a:pt x="10095" y="5447"/>
                    <a:pt x="10980" y="5040"/>
                    <a:pt x="11864" y="4633"/>
                  </a:cubicBezTo>
                  <a:cubicBezTo>
                    <a:pt x="13183" y="4015"/>
                    <a:pt x="14531" y="3369"/>
                    <a:pt x="15416" y="2302"/>
                  </a:cubicBezTo>
                  <a:cubicBezTo>
                    <a:pt x="15866" y="1782"/>
                    <a:pt x="16188" y="1151"/>
                    <a:pt x="16764" y="758"/>
                  </a:cubicBezTo>
                  <a:cubicBezTo>
                    <a:pt x="17002" y="590"/>
                    <a:pt x="17298" y="421"/>
                    <a:pt x="17339" y="154"/>
                  </a:cubicBezTo>
                  <a:cubicBezTo>
                    <a:pt x="17063" y="47"/>
                    <a:pt x="16770" y="1"/>
                    <a:pt x="1647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3" name="Google Shape;523;p40"/>
            <p:cNvSpPr/>
            <p:nvPr/>
          </p:nvSpPr>
          <p:spPr>
            <a:xfrm>
              <a:off x="7093840" y="1170449"/>
              <a:ext cx="961275" cy="2199954"/>
            </a:xfrm>
            <a:custGeom>
              <a:rect b="b" l="l" r="r" t="t"/>
              <a:pathLst>
                <a:path extrusionOk="0" h="40842" w="17846">
                  <a:moveTo>
                    <a:pt x="8888" y="0"/>
                  </a:moveTo>
                  <a:lnTo>
                    <a:pt x="6936" y="240"/>
                  </a:lnTo>
                  <a:lnTo>
                    <a:pt x="6852" y="28950"/>
                  </a:lnTo>
                  <a:cubicBezTo>
                    <a:pt x="6867" y="30368"/>
                    <a:pt x="7329" y="31758"/>
                    <a:pt x="8172" y="32952"/>
                  </a:cubicBezTo>
                  <a:cubicBezTo>
                    <a:pt x="7793" y="33204"/>
                    <a:pt x="7372" y="33415"/>
                    <a:pt x="6880" y="33541"/>
                  </a:cubicBezTo>
                  <a:cubicBezTo>
                    <a:pt x="5616" y="33836"/>
                    <a:pt x="4016" y="33570"/>
                    <a:pt x="3076" y="34257"/>
                  </a:cubicBezTo>
                  <a:cubicBezTo>
                    <a:pt x="2879" y="34412"/>
                    <a:pt x="2724" y="34594"/>
                    <a:pt x="2640" y="34790"/>
                  </a:cubicBezTo>
                  <a:cubicBezTo>
                    <a:pt x="1713" y="35240"/>
                    <a:pt x="955" y="35984"/>
                    <a:pt x="577" y="36868"/>
                  </a:cubicBezTo>
                  <a:cubicBezTo>
                    <a:pt x="1" y="38160"/>
                    <a:pt x="212" y="39719"/>
                    <a:pt x="1124" y="40842"/>
                  </a:cubicBezTo>
                  <a:lnTo>
                    <a:pt x="1138" y="40827"/>
                  </a:lnTo>
                  <a:lnTo>
                    <a:pt x="2809" y="39704"/>
                  </a:lnTo>
                  <a:cubicBezTo>
                    <a:pt x="2346" y="39115"/>
                    <a:pt x="2219" y="38259"/>
                    <a:pt x="2528" y="37585"/>
                  </a:cubicBezTo>
                  <a:cubicBezTo>
                    <a:pt x="2668" y="37261"/>
                    <a:pt x="2907" y="36981"/>
                    <a:pt x="3202" y="36756"/>
                  </a:cubicBezTo>
                  <a:cubicBezTo>
                    <a:pt x="3385" y="36939"/>
                    <a:pt x="3595" y="37107"/>
                    <a:pt x="3819" y="37276"/>
                  </a:cubicBezTo>
                  <a:cubicBezTo>
                    <a:pt x="5249" y="38300"/>
                    <a:pt x="7234" y="38813"/>
                    <a:pt x="9212" y="38813"/>
                  </a:cubicBezTo>
                  <a:cubicBezTo>
                    <a:pt x="10459" y="38813"/>
                    <a:pt x="11703" y="38609"/>
                    <a:pt x="12805" y="38203"/>
                  </a:cubicBezTo>
                  <a:cubicBezTo>
                    <a:pt x="15655" y="37136"/>
                    <a:pt x="17494" y="34875"/>
                    <a:pt x="17775" y="32503"/>
                  </a:cubicBezTo>
                  <a:cubicBezTo>
                    <a:pt x="17845" y="31941"/>
                    <a:pt x="17817" y="31365"/>
                    <a:pt x="17662" y="30818"/>
                  </a:cubicBezTo>
                  <a:cubicBezTo>
                    <a:pt x="17537" y="30354"/>
                    <a:pt x="17325" y="29919"/>
                    <a:pt x="16975" y="29512"/>
                  </a:cubicBezTo>
                  <a:cubicBezTo>
                    <a:pt x="16319" y="28732"/>
                    <a:pt x="15128" y="28160"/>
                    <a:pt x="13922" y="28160"/>
                  </a:cubicBezTo>
                  <a:cubicBezTo>
                    <a:pt x="13761" y="28160"/>
                    <a:pt x="13598" y="28170"/>
                    <a:pt x="13437" y="28192"/>
                  </a:cubicBezTo>
                  <a:cubicBezTo>
                    <a:pt x="11766" y="28403"/>
                    <a:pt x="10770" y="29638"/>
                    <a:pt x="10039" y="30762"/>
                  </a:cubicBezTo>
                  <a:cubicBezTo>
                    <a:pt x="9913" y="30972"/>
                    <a:pt x="9772" y="31183"/>
                    <a:pt x="9618" y="31393"/>
                  </a:cubicBezTo>
                  <a:cubicBezTo>
                    <a:pt x="9197" y="30635"/>
                    <a:pt x="8972" y="29807"/>
                    <a:pt x="8958" y="28936"/>
                  </a:cubicBezTo>
                  <a:lnTo>
                    <a:pt x="888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4" name="Google Shape;524;p40"/>
            <p:cNvSpPr/>
            <p:nvPr/>
          </p:nvSpPr>
          <p:spPr>
            <a:xfrm>
              <a:off x="7133162" y="2830407"/>
              <a:ext cx="921953" cy="539243"/>
            </a:xfrm>
            <a:custGeom>
              <a:rect b="b" l="l" r="r" t="t"/>
              <a:pathLst>
                <a:path extrusionOk="0" h="10011" w="17116">
                  <a:moveTo>
                    <a:pt x="16932" y="1"/>
                  </a:moveTo>
                  <a:cubicBezTo>
                    <a:pt x="16835" y="85"/>
                    <a:pt x="16736" y="169"/>
                    <a:pt x="16666" y="253"/>
                  </a:cubicBezTo>
                  <a:cubicBezTo>
                    <a:pt x="16258" y="675"/>
                    <a:pt x="16048" y="1222"/>
                    <a:pt x="15768" y="1727"/>
                  </a:cubicBezTo>
                  <a:cubicBezTo>
                    <a:pt x="14826" y="3496"/>
                    <a:pt x="13170" y="4943"/>
                    <a:pt x="11191" y="5714"/>
                  </a:cubicBezTo>
                  <a:cubicBezTo>
                    <a:pt x="10070" y="6152"/>
                    <a:pt x="8850" y="6373"/>
                    <a:pt x="7630" y="6373"/>
                  </a:cubicBezTo>
                  <a:cubicBezTo>
                    <a:pt x="6696" y="6373"/>
                    <a:pt x="5762" y="6243"/>
                    <a:pt x="4873" y="5982"/>
                  </a:cubicBezTo>
                  <a:cubicBezTo>
                    <a:pt x="4202" y="5784"/>
                    <a:pt x="3521" y="5521"/>
                    <a:pt x="2847" y="5521"/>
                  </a:cubicBezTo>
                  <a:cubicBezTo>
                    <a:pt x="2703" y="5521"/>
                    <a:pt x="2559" y="5533"/>
                    <a:pt x="2415" y="5560"/>
                  </a:cubicBezTo>
                  <a:cubicBezTo>
                    <a:pt x="1756" y="5673"/>
                    <a:pt x="1223" y="6094"/>
                    <a:pt x="843" y="6599"/>
                  </a:cubicBezTo>
                  <a:cubicBezTo>
                    <a:pt x="113" y="7582"/>
                    <a:pt x="1" y="8874"/>
                    <a:pt x="408" y="10010"/>
                  </a:cubicBezTo>
                  <a:lnTo>
                    <a:pt x="2079" y="8887"/>
                  </a:lnTo>
                  <a:cubicBezTo>
                    <a:pt x="1616" y="8298"/>
                    <a:pt x="1489" y="7442"/>
                    <a:pt x="1798" y="6768"/>
                  </a:cubicBezTo>
                  <a:cubicBezTo>
                    <a:pt x="1938" y="6444"/>
                    <a:pt x="2177" y="6164"/>
                    <a:pt x="2472" y="5939"/>
                  </a:cubicBezTo>
                  <a:cubicBezTo>
                    <a:pt x="2655" y="6122"/>
                    <a:pt x="2865" y="6290"/>
                    <a:pt x="3089" y="6459"/>
                  </a:cubicBezTo>
                  <a:cubicBezTo>
                    <a:pt x="4519" y="7483"/>
                    <a:pt x="6504" y="7996"/>
                    <a:pt x="8482" y="7996"/>
                  </a:cubicBezTo>
                  <a:cubicBezTo>
                    <a:pt x="9729" y="7996"/>
                    <a:pt x="10973" y="7792"/>
                    <a:pt x="12075" y="7386"/>
                  </a:cubicBezTo>
                  <a:cubicBezTo>
                    <a:pt x="14925" y="6319"/>
                    <a:pt x="16764" y="4058"/>
                    <a:pt x="17045" y="1686"/>
                  </a:cubicBezTo>
                  <a:cubicBezTo>
                    <a:pt x="17115" y="1124"/>
                    <a:pt x="17087" y="548"/>
                    <a:pt x="1693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5" name="Google Shape;525;p40"/>
            <p:cNvSpPr/>
            <p:nvPr/>
          </p:nvSpPr>
          <p:spPr>
            <a:xfrm>
              <a:off x="6910107" y="3115191"/>
              <a:ext cx="1332566" cy="1405769"/>
            </a:xfrm>
            <a:custGeom>
              <a:rect b="b" l="l" r="r" t="t"/>
              <a:pathLst>
                <a:path extrusionOk="0" h="26098" w="24739">
                  <a:moveTo>
                    <a:pt x="21775" y="0"/>
                  </a:moveTo>
                  <a:cubicBezTo>
                    <a:pt x="21341" y="0"/>
                    <a:pt x="20913" y="131"/>
                    <a:pt x="20568" y="386"/>
                  </a:cubicBezTo>
                  <a:cubicBezTo>
                    <a:pt x="17501" y="2669"/>
                    <a:pt x="14758" y="3759"/>
                    <a:pt x="11468" y="3759"/>
                  </a:cubicBezTo>
                  <a:cubicBezTo>
                    <a:pt x="9275" y="3759"/>
                    <a:pt x="6840" y="3275"/>
                    <a:pt x="3904" y="2337"/>
                  </a:cubicBezTo>
                  <a:cubicBezTo>
                    <a:pt x="3696" y="2272"/>
                    <a:pt x="3485" y="2241"/>
                    <a:pt x="3277" y="2241"/>
                  </a:cubicBezTo>
                  <a:cubicBezTo>
                    <a:pt x="2541" y="2241"/>
                    <a:pt x="1845" y="2628"/>
                    <a:pt x="1517" y="3263"/>
                  </a:cubicBezTo>
                  <a:cubicBezTo>
                    <a:pt x="1433" y="3432"/>
                    <a:pt x="1362" y="3600"/>
                    <a:pt x="1292" y="3769"/>
                  </a:cubicBezTo>
                  <a:cubicBezTo>
                    <a:pt x="744" y="4008"/>
                    <a:pt x="366" y="4541"/>
                    <a:pt x="366" y="5145"/>
                  </a:cubicBezTo>
                  <a:cubicBezTo>
                    <a:pt x="366" y="5496"/>
                    <a:pt x="491" y="5818"/>
                    <a:pt x="716" y="6071"/>
                  </a:cubicBezTo>
                  <a:cubicBezTo>
                    <a:pt x="703" y="6127"/>
                    <a:pt x="688" y="6183"/>
                    <a:pt x="688" y="6254"/>
                  </a:cubicBezTo>
                  <a:cubicBezTo>
                    <a:pt x="267" y="6549"/>
                    <a:pt x="1" y="7026"/>
                    <a:pt x="1" y="7559"/>
                  </a:cubicBezTo>
                  <a:cubicBezTo>
                    <a:pt x="1" y="8023"/>
                    <a:pt x="197" y="8444"/>
                    <a:pt x="506" y="8739"/>
                  </a:cubicBezTo>
                  <a:cubicBezTo>
                    <a:pt x="197" y="9048"/>
                    <a:pt x="1" y="9469"/>
                    <a:pt x="1" y="9918"/>
                  </a:cubicBezTo>
                  <a:cubicBezTo>
                    <a:pt x="1" y="10522"/>
                    <a:pt x="323" y="11041"/>
                    <a:pt x="828" y="11337"/>
                  </a:cubicBezTo>
                  <a:cubicBezTo>
                    <a:pt x="534" y="11645"/>
                    <a:pt x="351" y="12039"/>
                    <a:pt x="351" y="12488"/>
                  </a:cubicBezTo>
                  <a:cubicBezTo>
                    <a:pt x="351" y="13162"/>
                    <a:pt x="772" y="13737"/>
                    <a:pt x="1376" y="14004"/>
                  </a:cubicBezTo>
                  <a:cubicBezTo>
                    <a:pt x="1250" y="14242"/>
                    <a:pt x="1165" y="14495"/>
                    <a:pt x="1165" y="14776"/>
                  </a:cubicBezTo>
                  <a:cubicBezTo>
                    <a:pt x="1165" y="15520"/>
                    <a:pt x="1685" y="16152"/>
                    <a:pt x="2401" y="16376"/>
                  </a:cubicBezTo>
                  <a:cubicBezTo>
                    <a:pt x="2457" y="16488"/>
                    <a:pt x="2500" y="16601"/>
                    <a:pt x="2556" y="16713"/>
                  </a:cubicBezTo>
                  <a:cubicBezTo>
                    <a:pt x="2780" y="17177"/>
                    <a:pt x="3202" y="17499"/>
                    <a:pt x="3692" y="17654"/>
                  </a:cubicBezTo>
                  <a:cubicBezTo>
                    <a:pt x="3900" y="17721"/>
                    <a:pt x="4115" y="17756"/>
                    <a:pt x="4330" y="17756"/>
                  </a:cubicBezTo>
                  <a:cubicBezTo>
                    <a:pt x="4522" y="17756"/>
                    <a:pt x="4714" y="17728"/>
                    <a:pt x="4900" y="17668"/>
                  </a:cubicBezTo>
                  <a:cubicBezTo>
                    <a:pt x="5293" y="17935"/>
                    <a:pt x="5574" y="18328"/>
                    <a:pt x="5658" y="18763"/>
                  </a:cubicBezTo>
                  <a:cubicBezTo>
                    <a:pt x="5757" y="19212"/>
                    <a:pt x="5644" y="19704"/>
                    <a:pt x="5364" y="20083"/>
                  </a:cubicBezTo>
                  <a:cubicBezTo>
                    <a:pt x="5265" y="20223"/>
                    <a:pt x="5293" y="20434"/>
                    <a:pt x="5461" y="20532"/>
                  </a:cubicBezTo>
                  <a:cubicBezTo>
                    <a:pt x="5518" y="20560"/>
                    <a:pt x="5588" y="20588"/>
                    <a:pt x="5658" y="20588"/>
                  </a:cubicBezTo>
                  <a:cubicBezTo>
                    <a:pt x="5770" y="20588"/>
                    <a:pt x="5883" y="20532"/>
                    <a:pt x="5953" y="20434"/>
                  </a:cubicBezTo>
                  <a:cubicBezTo>
                    <a:pt x="6332" y="19914"/>
                    <a:pt x="6472" y="19255"/>
                    <a:pt x="6346" y="18637"/>
                  </a:cubicBezTo>
                  <a:cubicBezTo>
                    <a:pt x="6248" y="18145"/>
                    <a:pt x="5967" y="17682"/>
                    <a:pt x="5560" y="17331"/>
                  </a:cubicBezTo>
                  <a:cubicBezTo>
                    <a:pt x="6206" y="16840"/>
                    <a:pt x="6444" y="15998"/>
                    <a:pt x="6079" y="15268"/>
                  </a:cubicBezTo>
                  <a:cubicBezTo>
                    <a:pt x="5813" y="14734"/>
                    <a:pt x="5588" y="14158"/>
                    <a:pt x="5377" y="13555"/>
                  </a:cubicBezTo>
                  <a:lnTo>
                    <a:pt x="5377" y="13540"/>
                  </a:lnTo>
                  <a:cubicBezTo>
                    <a:pt x="4577" y="11097"/>
                    <a:pt x="4254" y="8233"/>
                    <a:pt x="4577" y="6254"/>
                  </a:cubicBezTo>
                  <a:lnTo>
                    <a:pt x="4577" y="6254"/>
                  </a:lnTo>
                  <a:cubicBezTo>
                    <a:pt x="4634" y="6268"/>
                    <a:pt x="4703" y="6282"/>
                    <a:pt x="4774" y="6310"/>
                  </a:cubicBezTo>
                  <a:cubicBezTo>
                    <a:pt x="5083" y="6801"/>
                    <a:pt x="5658" y="7138"/>
                    <a:pt x="6318" y="7138"/>
                  </a:cubicBezTo>
                  <a:cubicBezTo>
                    <a:pt x="6683" y="7138"/>
                    <a:pt x="7006" y="7040"/>
                    <a:pt x="7287" y="6872"/>
                  </a:cubicBezTo>
                  <a:cubicBezTo>
                    <a:pt x="7329" y="6885"/>
                    <a:pt x="7371" y="6885"/>
                    <a:pt x="7399" y="6900"/>
                  </a:cubicBezTo>
                  <a:cubicBezTo>
                    <a:pt x="7736" y="7293"/>
                    <a:pt x="8256" y="7559"/>
                    <a:pt x="8831" y="7559"/>
                  </a:cubicBezTo>
                  <a:cubicBezTo>
                    <a:pt x="9252" y="7559"/>
                    <a:pt x="9617" y="7434"/>
                    <a:pt x="9926" y="7222"/>
                  </a:cubicBezTo>
                  <a:lnTo>
                    <a:pt x="10010" y="7222"/>
                  </a:lnTo>
                  <a:cubicBezTo>
                    <a:pt x="10334" y="7559"/>
                    <a:pt x="10811" y="7784"/>
                    <a:pt x="11330" y="7784"/>
                  </a:cubicBezTo>
                  <a:cubicBezTo>
                    <a:pt x="11822" y="7784"/>
                    <a:pt x="12271" y="7602"/>
                    <a:pt x="12593" y="7293"/>
                  </a:cubicBezTo>
                  <a:cubicBezTo>
                    <a:pt x="12874" y="7462"/>
                    <a:pt x="13211" y="7559"/>
                    <a:pt x="13576" y="7559"/>
                  </a:cubicBezTo>
                  <a:cubicBezTo>
                    <a:pt x="14152" y="7559"/>
                    <a:pt x="14658" y="7307"/>
                    <a:pt x="14980" y="6928"/>
                  </a:cubicBezTo>
                  <a:cubicBezTo>
                    <a:pt x="15233" y="7054"/>
                    <a:pt x="15528" y="7138"/>
                    <a:pt x="15851" y="7138"/>
                  </a:cubicBezTo>
                  <a:cubicBezTo>
                    <a:pt x="16553" y="7138"/>
                    <a:pt x="17157" y="6760"/>
                    <a:pt x="17451" y="6212"/>
                  </a:cubicBezTo>
                  <a:cubicBezTo>
                    <a:pt x="17718" y="6352"/>
                    <a:pt x="18027" y="6436"/>
                    <a:pt x="18364" y="6436"/>
                  </a:cubicBezTo>
                  <a:cubicBezTo>
                    <a:pt x="19291" y="6436"/>
                    <a:pt x="20034" y="5805"/>
                    <a:pt x="20147" y="4976"/>
                  </a:cubicBezTo>
                  <a:cubicBezTo>
                    <a:pt x="20189" y="4948"/>
                    <a:pt x="20218" y="4935"/>
                    <a:pt x="20259" y="4906"/>
                  </a:cubicBezTo>
                  <a:lnTo>
                    <a:pt x="20259" y="4906"/>
                  </a:lnTo>
                  <a:cubicBezTo>
                    <a:pt x="20639" y="8894"/>
                    <a:pt x="20287" y="12347"/>
                    <a:pt x="19235" y="15183"/>
                  </a:cubicBezTo>
                  <a:cubicBezTo>
                    <a:pt x="19164" y="15365"/>
                    <a:pt x="19024" y="15520"/>
                    <a:pt x="18842" y="15618"/>
                  </a:cubicBezTo>
                  <a:cubicBezTo>
                    <a:pt x="18729" y="15689"/>
                    <a:pt x="18589" y="15730"/>
                    <a:pt x="18434" y="15745"/>
                  </a:cubicBezTo>
                  <a:lnTo>
                    <a:pt x="14517" y="16067"/>
                  </a:lnTo>
                  <a:cubicBezTo>
                    <a:pt x="13941" y="16110"/>
                    <a:pt x="13394" y="16250"/>
                    <a:pt x="12917" y="16488"/>
                  </a:cubicBezTo>
                  <a:cubicBezTo>
                    <a:pt x="11541" y="17121"/>
                    <a:pt x="10600" y="18441"/>
                    <a:pt x="10600" y="19929"/>
                  </a:cubicBezTo>
                  <a:lnTo>
                    <a:pt x="10600" y="22217"/>
                  </a:lnTo>
                  <a:cubicBezTo>
                    <a:pt x="10600" y="22273"/>
                    <a:pt x="10600" y="22344"/>
                    <a:pt x="10614" y="22413"/>
                  </a:cubicBezTo>
                  <a:cubicBezTo>
                    <a:pt x="10684" y="23059"/>
                    <a:pt x="10951" y="23677"/>
                    <a:pt x="11569" y="23929"/>
                  </a:cubicBezTo>
                  <a:cubicBezTo>
                    <a:pt x="11710" y="23972"/>
                    <a:pt x="11667" y="26063"/>
                    <a:pt x="11822" y="26092"/>
                  </a:cubicBezTo>
                  <a:cubicBezTo>
                    <a:pt x="11859" y="26096"/>
                    <a:pt x="11972" y="26098"/>
                    <a:pt x="12109" y="26098"/>
                  </a:cubicBezTo>
                  <a:cubicBezTo>
                    <a:pt x="12383" y="26098"/>
                    <a:pt x="12758" y="26092"/>
                    <a:pt x="12833" y="26092"/>
                  </a:cubicBezTo>
                  <a:cubicBezTo>
                    <a:pt x="13198" y="26092"/>
                    <a:pt x="12748" y="24141"/>
                    <a:pt x="13324" y="23761"/>
                  </a:cubicBezTo>
                  <a:cubicBezTo>
                    <a:pt x="13857" y="23424"/>
                    <a:pt x="14461" y="22849"/>
                    <a:pt x="14461" y="22217"/>
                  </a:cubicBezTo>
                  <a:lnTo>
                    <a:pt x="14461" y="20083"/>
                  </a:lnTo>
                  <a:cubicBezTo>
                    <a:pt x="14728" y="20251"/>
                    <a:pt x="15036" y="20350"/>
                    <a:pt x="15373" y="20350"/>
                  </a:cubicBezTo>
                  <a:cubicBezTo>
                    <a:pt x="15950" y="20350"/>
                    <a:pt x="16468" y="20069"/>
                    <a:pt x="16764" y="19661"/>
                  </a:cubicBezTo>
                  <a:cubicBezTo>
                    <a:pt x="17017" y="19816"/>
                    <a:pt x="17325" y="19901"/>
                    <a:pt x="17662" y="19901"/>
                  </a:cubicBezTo>
                  <a:cubicBezTo>
                    <a:pt x="18153" y="19901"/>
                    <a:pt x="18589" y="19704"/>
                    <a:pt x="18898" y="19381"/>
                  </a:cubicBezTo>
                  <a:cubicBezTo>
                    <a:pt x="19136" y="19508"/>
                    <a:pt x="19417" y="19592"/>
                    <a:pt x="19726" y="19592"/>
                  </a:cubicBezTo>
                  <a:cubicBezTo>
                    <a:pt x="20540" y="19592"/>
                    <a:pt x="21214" y="19058"/>
                    <a:pt x="21369" y="18342"/>
                  </a:cubicBezTo>
                  <a:lnTo>
                    <a:pt x="21397" y="18342"/>
                  </a:lnTo>
                  <a:cubicBezTo>
                    <a:pt x="22323" y="18342"/>
                    <a:pt x="23067" y="17640"/>
                    <a:pt x="23067" y="16784"/>
                  </a:cubicBezTo>
                  <a:cubicBezTo>
                    <a:pt x="23067" y="16587"/>
                    <a:pt x="23025" y="16391"/>
                    <a:pt x="22955" y="16222"/>
                  </a:cubicBezTo>
                  <a:cubicBezTo>
                    <a:pt x="23432" y="15942"/>
                    <a:pt x="23741" y="15464"/>
                    <a:pt x="23741" y="14903"/>
                  </a:cubicBezTo>
                  <a:cubicBezTo>
                    <a:pt x="23741" y="14650"/>
                    <a:pt x="23657" y="14397"/>
                    <a:pt x="23544" y="14186"/>
                  </a:cubicBezTo>
                  <a:cubicBezTo>
                    <a:pt x="23544" y="14144"/>
                    <a:pt x="23559" y="14102"/>
                    <a:pt x="23572" y="14074"/>
                  </a:cubicBezTo>
                  <a:cubicBezTo>
                    <a:pt x="23868" y="13793"/>
                    <a:pt x="24050" y="13400"/>
                    <a:pt x="24050" y="12979"/>
                  </a:cubicBezTo>
                  <a:cubicBezTo>
                    <a:pt x="24050" y="12769"/>
                    <a:pt x="23994" y="12557"/>
                    <a:pt x="23909" y="12375"/>
                  </a:cubicBezTo>
                  <a:cubicBezTo>
                    <a:pt x="23924" y="12347"/>
                    <a:pt x="23924" y="12305"/>
                    <a:pt x="23937" y="12277"/>
                  </a:cubicBezTo>
                  <a:cubicBezTo>
                    <a:pt x="24317" y="11996"/>
                    <a:pt x="24570" y="11547"/>
                    <a:pt x="24570" y="11056"/>
                  </a:cubicBezTo>
                  <a:cubicBezTo>
                    <a:pt x="24570" y="10691"/>
                    <a:pt x="24429" y="10354"/>
                    <a:pt x="24205" y="10086"/>
                  </a:cubicBezTo>
                  <a:cubicBezTo>
                    <a:pt x="24429" y="9820"/>
                    <a:pt x="24570" y="9497"/>
                    <a:pt x="24570" y="9132"/>
                  </a:cubicBezTo>
                  <a:cubicBezTo>
                    <a:pt x="24570" y="8795"/>
                    <a:pt x="24457" y="8486"/>
                    <a:pt x="24261" y="8233"/>
                  </a:cubicBezTo>
                  <a:cubicBezTo>
                    <a:pt x="24555" y="7952"/>
                    <a:pt x="24738" y="7559"/>
                    <a:pt x="24738" y="7138"/>
                  </a:cubicBezTo>
                  <a:cubicBezTo>
                    <a:pt x="24738" y="6704"/>
                    <a:pt x="24555" y="6310"/>
                    <a:pt x="24246" y="6030"/>
                  </a:cubicBezTo>
                  <a:cubicBezTo>
                    <a:pt x="24443" y="5777"/>
                    <a:pt x="24570" y="5453"/>
                    <a:pt x="24570" y="5116"/>
                  </a:cubicBezTo>
                  <a:cubicBezTo>
                    <a:pt x="24570" y="4667"/>
                    <a:pt x="24359" y="4261"/>
                    <a:pt x="24036" y="3980"/>
                  </a:cubicBezTo>
                  <a:cubicBezTo>
                    <a:pt x="24036" y="3937"/>
                    <a:pt x="24022" y="3896"/>
                    <a:pt x="24022" y="3868"/>
                  </a:cubicBezTo>
                  <a:cubicBezTo>
                    <a:pt x="24162" y="3628"/>
                    <a:pt x="24261" y="3362"/>
                    <a:pt x="24261" y="3067"/>
                  </a:cubicBezTo>
                  <a:cubicBezTo>
                    <a:pt x="24261" y="2632"/>
                    <a:pt x="24064" y="2239"/>
                    <a:pt x="23756" y="1958"/>
                  </a:cubicBezTo>
                  <a:cubicBezTo>
                    <a:pt x="23741" y="1803"/>
                    <a:pt x="23713" y="1649"/>
                    <a:pt x="23685" y="1494"/>
                  </a:cubicBezTo>
                  <a:cubicBezTo>
                    <a:pt x="23587" y="877"/>
                    <a:pt x="23123" y="343"/>
                    <a:pt x="22477" y="118"/>
                  </a:cubicBezTo>
                  <a:cubicBezTo>
                    <a:pt x="22249" y="39"/>
                    <a:pt x="22011" y="0"/>
                    <a:pt x="2177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6" name="Google Shape;526;p40"/>
            <p:cNvSpPr/>
            <p:nvPr/>
          </p:nvSpPr>
          <p:spPr>
            <a:xfrm>
              <a:off x="7084037" y="3326234"/>
              <a:ext cx="1002859" cy="897983"/>
            </a:xfrm>
            <a:custGeom>
              <a:rect b="b" l="l" r="r" t="t"/>
              <a:pathLst>
                <a:path extrusionOk="0" h="16671" w="18618">
                  <a:moveTo>
                    <a:pt x="17260" y="1"/>
                  </a:moveTo>
                  <a:cubicBezTo>
                    <a:pt x="17187" y="1"/>
                    <a:pt x="17115" y="8"/>
                    <a:pt x="17045" y="19"/>
                  </a:cubicBezTo>
                  <a:cubicBezTo>
                    <a:pt x="16974" y="19"/>
                    <a:pt x="16876" y="47"/>
                    <a:pt x="16777" y="90"/>
                  </a:cubicBezTo>
                  <a:cubicBezTo>
                    <a:pt x="15950" y="356"/>
                    <a:pt x="14334" y="1227"/>
                    <a:pt x="13773" y="1451"/>
                  </a:cubicBezTo>
                  <a:cubicBezTo>
                    <a:pt x="11871" y="2209"/>
                    <a:pt x="9959" y="2563"/>
                    <a:pt x="8019" y="2563"/>
                  </a:cubicBezTo>
                  <a:cubicBezTo>
                    <a:pt x="6508" y="2563"/>
                    <a:pt x="4981" y="2349"/>
                    <a:pt x="3426" y="1943"/>
                  </a:cubicBezTo>
                  <a:cubicBezTo>
                    <a:pt x="3005" y="1831"/>
                    <a:pt x="2612" y="1634"/>
                    <a:pt x="2232" y="1479"/>
                  </a:cubicBezTo>
                  <a:cubicBezTo>
                    <a:pt x="1894" y="1337"/>
                    <a:pt x="1576" y="1222"/>
                    <a:pt x="1282" y="1222"/>
                  </a:cubicBezTo>
                  <a:cubicBezTo>
                    <a:pt x="1027" y="1222"/>
                    <a:pt x="791" y="1308"/>
                    <a:pt x="576" y="1535"/>
                  </a:cubicBezTo>
                  <a:cubicBezTo>
                    <a:pt x="113" y="2027"/>
                    <a:pt x="1" y="3164"/>
                    <a:pt x="42" y="3810"/>
                  </a:cubicBezTo>
                  <a:cubicBezTo>
                    <a:pt x="126" y="5397"/>
                    <a:pt x="338" y="6477"/>
                    <a:pt x="744" y="8036"/>
                  </a:cubicBezTo>
                  <a:cubicBezTo>
                    <a:pt x="1320" y="10212"/>
                    <a:pt x="2219" y="10957"/>
                    <a:pt x="1966" y="12262"/>
                  </a:cubicBezTo>
                  <a:cubicBezTo>
                    <a:pt x="1770" y="13287"/>
                    <a:pt x="955" y="13540"/>
                    <a:pt x="463" y="13736"/>
                  </a:cubicBezTo>
                  <a:cubicBezTo>
                    <a:pt x="671" y="13803"/>
                    <a:pt x="886" y="13838"/>
                    <a:pt x="1101" y="13838"/>
                  </a:cubicBezTo>
                  <a:cubicBezTo>
                    <a:pt x="1293" y="13838"/>
                    <a:pt x="1485" y="13810"/>
                    <a:pt x="1671" y="13750"/>
                  </a:cubicBezTo>
                  <a:cubicBezTo>
                    <a:pt x="2064" y="14017"/>
                    <a:pt x="2345" y="14410"/>
                    <a:pt x="2429" y="14845"/>
                  </a:cubicBezTo>
                  <a:cubicBezTo>
                    <a:pt x="2528" y="15294"/>
                    <a:pt x="2415" y="15786"/>
                    <a:pt x="2135" y="16165"/>
                  </a:cubicBezTo>
                  <a:cubicBezTo>
                    <a:pt x="2036" y="16305"/>
                    <a:pt x="2064" y="16516"/>
                    <a:pt x="2232" y="16614"/>
                  </a:cubicBezTo>
                  <a:cubicBezTo>
                    <a:pt x="2289" y="16642"/>
                    <a:pt x="2359" y="16670"/>
                    <a:pt x="2429" y="16670"/>
                  </a:cubicBezTo>
                  <a:cubicBezTo>
                    <a:pt x="2541" y="16670"/>
                    <a:pt x="2654" y="16614"/>
                    <a:pt x="2724" y="16516"/>
                  </a:cubicBezTo>
                  <a:cubicBezTo>
                    <a:pt x="3103" y="15996"/>
                    <a:pt x="3243" y="15337"/>
                    <a:pt x="3117" y="14719"/>
                  </a:cubicBezTo>
                  <a:cubicBezTo>
                    <a:pt x="3019" y="14227"/>
                    <a:pt x="2738" y="13764"/>
                    <a:pt x="2331" y="13413"/>
                  </a:cubicBezTo>
                  <a:cubicBezTo>
                    <a:pt x="2977" y="12922"/>
                    <a:pt x="3215" y="12080"/>
                    <a:pt x="2850" y="11350"/>
                  </a:cubicBezTo>
                  <a:cubicBezTo>
                    <a:pt x="2584" y="10816"/>
                    <a:pt x="2359" y="10240"/>
                    <a:pt x="2148" y="9637"/>
                  </a:cubicBezTo>
                  <a:lnTo>
                    <a:pt x="2148" y="9622"/>
                  </a:lnTo>
                  <a:cubicBezTo>
                    <a:pt x="1348" y="7179"/>
                    <a:pt x="1025" y="4315"/>
                    <a:pt x="1348" y="2336"/>
                  </a:cubicBezTo>
                  <a:lnTo>
                    <a:pt x="1348" y="2336"/>
                  </a:lnTo>
                  <a:cubicBezTo>
                    <a:pt x="1405" y="2350"/>
                    <a:pt x="1474" y="2364"/>
                    <a:pt x="1545" y="2392"/>
                  </a:cubicBezTo>
                  <a:cubicBezTo>
                    <a:pt x="1854" y="2883"/>
                    <a:pt x="2429" y="3220"/>
                    <a:pt x="3089" y="3220"/>
                  </a:cubicBezTo>
                  <a:cubicBezTo>
                    <a:pt x="3454" y="3220"/>
                    <a:pt x="3777" y="3122"/>
                    <a:pt x="4058" y="2954"/>
                  </a:cubicBezTo>
                  <a:cubicBezTo>
                    <a:pt x="4100" y="2967"/>
                    <a:pt x="4142" y="2967"/>
                    <a:pt x="4170" y="2982"/>
                  </a:cubicBezTo>
                  <a:cubicBezTo>
                    <a:pt x="4507" y="3375"/>
                    <a:pt x="5027" y="3641"/>
                    <a:pt x="5602" y="3641"/>
                  </a:cubicBezTo>
                  <a:cubicBezTo>
                    <a:pt x="6023" y="3641"/>
                    <a:pt x="6388" y="3516"/>
                    <a:pt x="6697" y="3304"/>
                  </a:cubicBezTo>
                  <a:lnTo>
                    <a:pt x="6781" y="3304"/>
                  </a:lnTo>
                  <a:cubicBezTo>
                    <a:pt x="7105" y="3641"/>
                    <a:pt x="7582" y="3866"/>
                    <a:pt x="8101" y="3866"/>
                  </a:cubicBezTo>
                  <a:cubicBezTo>
                    <a:pt x="8593" y="3866"/>
                    <a:pt x="9042" y="3684"/>
                    <a:pt x="9364" y="3375"/>
                  </a:cubicBezTo>
                  <a:cubicBezTo>
                    <a:pt x="9645" y="3544"/>
                    <a:pt x="9982" y="3641"/>
                    <a:pt x="10347" y="3641"/>
                  </a:cubicBezTo>
                  <a:cubicBezTo>
                    <a:pt x="10923" y="3641"/>
                    <a:pt x="11429" y="3389"/>
                    <a:pt x="11751" y="3010"/>
                  </a:cubicBezTo>
                  <a:cubicBezTo>
                    <a:pt x="12004" y="3136"/>
                    <a:pt x="12299" y="3220"/>
                    <a:pt x="12622" y="3220"/>
                  </a:cubicBezTo>
                  <a:cubicBezTo>
                    <a:pt x="13324" y="3220"/>
                    <a:pt x="13928" y="2842"/>
                    <a:pt x="14222" y="2294"/>
                  </a:cubicBezTo>
                  <a:cubicBezTo>
                    <a:pt x="14489" y="2434"/>
                    <a:pt x="14798" y="2518"/>
                    <a:pt x="15135" y="2518"/>
                  </a:cubicBezTo>
                  <a:cubicBezTo>
                    <a:pt x="16062" y="2518"/>
                    <a:pt x="16805" y="1887"/>
                    <a:pt x="16918" y="1058"/>
                  </a:cubicBezTo>
                  <a:cubicBezTo>
                    <a:pt x="16960" y="1030"/>
                    <a:pt x="16989" y="1017"/>
                    <a:pt x="17030" y="988"/>
                  </a:cubicBezTo>
                  <a:lnTo>
                    <a:pt x="17030" y="988"/>
                  </a:lnTo>
                  <a:cubicBezTo>
                    <a:pt x="17410" y="4976"/>
                    <a:pt x="17058" y="8429"/>
                    <a:pt x="16006" y="11265"/>
                  </a:cubicBezTo>
                  <a:cubicBezTo>
                    <a:pt x="15935" y="11447"/>
                    <a:pt x="15795" y="11602"/>
                    <a:pt x="15613" y="11700"/>
                  </a:cubicBezTo>
                  <a:cubicBezTo>
                    <a:pt x="15922" y="11644"/>
                    <a:pt x="16216" y="11560"/>
                    <a:pt x="16497" y="11419"/>
                  </a:cubicBezTo>
                  <a:cubicBezTo>
                    <a:pt x="16511" y="11419"/>
                    <a:pt x="16511" y="11406"/>
                    <a:pt x="16525" y="11406"/>
                  </a:cubicBezTo>
                  <a:cubicBezTo>
                    <a:pt x="18041" y="10633"/>
                    <a:pt x="18308" y="8766"/>
                    <a:pt x="18392" y="7179"/>
                  </a:cubicBezTo>
                  <a:cubicBezTo>
                    <a:pt x="18462" y="5803"/>
                    <a:pt x="18617" y="4414"/>
                    <a:pt x="18617" y="3024"/>
                  </a:cubicBezTo>
                  <a:cubicBezTo>
                    <a:pt x="18617" y="527"/>
                    <a:pt x="17903" y="1"/>
                    <a:pt x="1726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7" name="Google Shape;527;p40"/>
            <p:cNvSpPr/>
            <p:nvPr/>
          </p:nvSpPr>
          <p:spPr>
            <a:xfrm>
              <a:off x="7481830" y="3988989"/>
              <a:ext cx="670835" cy="531971"/>
            </a:xfrm>
            <a:custGeom>
              <a:rect b="b" l="l" r="r" t="t"/>
              <a:pathLst>
                <a:path extrusionOk="0" h="9876" w="12454">
                  <a:moveTo>
                    <a:pt x="12341" y="0"/>
                  </a:moveTo>
                  <a:cubicBezTo>
                    <a:pt x="11835" y="225"/>
                    <a:pt x="11373" y="534"/>
                    <a:pt x="10895" y="815"/>
                  </a:cubicBezTo>
                  <a:cubicBezTo>
                    <a:pt x="9379" y="1685"/>
                    <a:pt x="7638" y="2247"/>
                    <a:pt x="5854" y="2415"/>
                  </a:cubicBezTo>
                  <a:cubicBezTo>
                    <a:pt x="4815" y="2527"/>
                    <a:pt x="3567" y="2612"/>
                    <a:pt x="3075" y="3454"/>
                  </a:cubicBezTo>
                  <a:cubicBezTo>
                    <a:pt x="2780" y="3945"/>
                    <a:pt x="2878" y="4549"/>
                    <a:pt x="2865" y="5111"/>
                  </a:cubicBezTo>
                  <a:cubicBezTo>
                    <a:pt x="2865" y="5672"/>
                    <a:pt x="2681" y="6318"/>
                    <a:pt x="2120" y="6543"/>
                  </a:cubicBezTo>
                  <a:cubicBezTo>
                    <a:pt x="1983" y="6595"/>
                    <a:pt x="1839" y="6616"/>
                    <a:pt x="1693" y="6616"/>
                  </a:cubicBezTo>
                  <a:cubicBezTo>
                    <a:pt x="1406" y="6616"/>
                    <a:pt x="1108" y="6532"/>
                    <a:pt x="828" y="6430"/>
                  </a:cubicBezTo>
                  <a:cubicBezTo>
                    <a:pt x="562" y="6346"/>
                    <a:pt x="281" y="6234"/>
                    <a:pt x="0" y="6191"/>
                  </a:cubicBezTo>
                  <a:lnTo>
                    <a:pt x="0" y="6191"/>
                  </a:lnTo>
                  <a:cubicBezTo>
                    <a:pt x="70" y="6837"/>
                    <a:pt x="337" y="7455"/>
                    <a:pt x="955" y="7707"/>
                  </a:cubicBezTo>
                  <a:cubicBezTo>
                    <a:pt x="1096" y="7750"/>
                    <a:pt x="1053" y="9841"/>
                    <a:pt x="1208" y="9870"/>
                  </a:cubicBezTo>
                  <a:cubicBezTo>
                    <a:pt x="1245" y="9874"/>
                    <a:pt x="1358" y="9876"/>
                    <a:pt x="1495" y="9876"/>
                  </a:cubicBezTo>
                  <a:cubicBezTo>
                    <a:pt x="1769" y="9876"/>
                    <a:pt x="2144" y="9870"/>
                    <a:pt x="2219" y="9870"/>
                  </a:cubicBezTo>
                  <a:cubicBezTo>
                    <a:pt x="2584" y="9870"/>
                    <a:pt x="2134" y="7919"/>
                    <a:pt x="2710" y="7539"/>
                  </a:cubicBezTo>
                  <a:cubicBezTo>
                    <a:pt x="3243" y="7202"/>
                    <a:pt x="3847" y="6627"/>
                    <a:pt x="3847" y="5995"/>
                  </a:cubicBezTo>
                  <a:lnTo>
                    <a:pt x="3847" y="3861"/>
                  </a:lnTo>
                  <a:cubicBezTo>
                    <a:pt x="4114" y="4029"/>
                    <a:pt x="4422" y="4128"/>
                    <a:pt x="4759" y="4128"/>
                  </a:cubicBezTo>
                  <a:cubicBezTo>
                    <a:pt x="5336" y="4128"/>
                    <a:pt x="5854" y="3847"/>
                    <a:pt x="6150" y="3439"/>
                  </a:cubicBezTo>
                  <a:cubicBezTo>
                    <a:pt x="6403" y="3594"/>
                    <a:pt x="6711" y="3679"/>
                    <a:pt x="7048" y="3679"/>
                  </a:cubicBezTo>
                  <a:cubicBezTo>
                    <a:pt x="7539" y="3679"/>
                    <a:pt x="7975" y="3482"/>
                    <a:pt x="8284" y="3159"/>
                  </a:cubicBezTo>
                  <a:cubicBezTo>
                    <a:pt x="8522" y="3286"/>
                    <a:pt x="8803" y="3370"/>
                    <a:pt x="9112" y="3370"/>
                  </a:cubicBezTo>
                  <a:cubicBezTo>
                    <a:pt x="9926" y="3370"/>
                    <a:pt x="10600" y="2836"/>
                    <a:pt x="10755" y="2120"/>
                  </a:cubicBezTo>
                  <a:lnTo>
                    <a:pt x="10783" y="2120"/>
                  </a:lnTo>
                  <a:cubicBezTo>
                    <a:pt x="11709" y="2120"/>
                    <a:pt x="12453" y="1418"/>
                    <a:pt x="12453" y="562"/>
                  </a:cubicBezTo>
                  <a:cubicBezTo>
                    <a:pt x="12453" y="365"/>
                    <a:pt x="12411" y="169"/>
                    <a:pt x="1234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8" name="Google Shape;528;p40"/>
            <p:cNvSpPr/>
            <p:nvPr/>
          </p:nvSpPr>
          <p:spPr>
            <a:xfrm>
              <a:off x="7133162" y="3379453"/>
              <a:ext cx="920445" cy="638354"/>
            </a:xfrm>
            <a:custGeom>
              <a:rect b="b" l="l" r="r" t="t"/>
              <a:pathLst>
                <a:path extrusionOk="0" h="11851" w="17088">
                  <a:moveTo>
                    <a:pt x="16118" y="0"/>
                  </a:moveTo>
                  <a:cubicBezTo>
                    <a:pt x="16161" y="210"/>
                    <a:pt x="16174" y="422"/>
                    <a:pt x="16161" y="618"/>
                  </a:cubicBezTo>
                  <a:cubicBezTo>
                    <a:pt x="16146" y="422"/>
                    <a:pt x="16133" y="210"/>
                    <a:pt x="16118" y="0"/>
                  </a:cubicBezTo>
                  <a:close/>
                  <a:moveTo>
                    <a:pt x="16118" y="0"/>
                  </a:moveTo>
                  <a:cubicBezTo>
                    <a:pt x="16077" y="29"/>
                    <a:pt x="16048" y="42"/>
                    <a:pt x="16006" y="70"/>
                  </a:cubicBezTo>
                  <a:cubicBezTo>
                    <a:pt x="15936" y="519"/>
                    <a:pt x="15683" y="927"/>
                    <a:pt x="15318" y="1193"/>
                  </a:cubicBezTo>
                  <a:cubicBezTo>
                    <a:pt x="15163" y="1306"/>
                    <a:pt x="14981" y="1390"/>
                    <a:pt x="14785" y="1446"/>
                  </a:cubicBezTo>
                  <a:cubicBezTo>
                    <a:pt x="14616" y="1502"/>
                    <a:pt x="14420" y="1530"/>
                    <a:pt x="14223" y="1530"/>
                  </a:cubicBezTo>
                  <a:cubicBezTo>
                    <a:pt x="13886" y="1530"/>
                    <a:pt x="13577" y="1446"/>
                    <a:pt x="13310" y="1306"/>
                  </a:cubicBezTo>
                  <a:cubicBezTo>
                    <a:pt x="13016" y="1854"/>
                    <a:pt x="12412" y="2232"/>
                    <a:pt x="11710" y="2232"/>
                  </a:cubicBezTo>
                  <a:cubicBezTo>
                    <a:pt x="11528" y="2232"/>
                    <a:pt x="11345" y="2204"/>
                    <a:pt x="11176" y="2148"/>
                  </a:cubicBezTo>
                  <a:cubicBezTo>
                    <a:pt x="11050" y="2120"/>
                    <a:pt x="10938" y="2064"/>
                    <a:pt x="10839" y="2022"/>
                  </a:cubicBezTo>
                  <a:cubicBezTo>
                    <a:pt x="10545" y="2359"/>
                    <a:pt x="10124" y="2597"/>
                    <a:pt x="9618" y="2653"/>
                  </a:cubicBezTo>
                  <a:lnTo>
                    <a:pt x="9435" y="2653"/>
                  </a:lnTo>
                  <a:cubicBezTo>
                    <a:pt x="9070" y="2653"/>
                    <a:pt x="8733" y="2556"/>
                    <a:pt x="8452" y="2387"/>
                  </a:cubicBezTo>
                  <a:cubicBezTo>
                    <a:pt x="8130" y="2696"/>
                    <a:pt x="7681" y="2878"/>
                    <a:pt x="7189" y="2878"/>
                  </a:cubicBezTo>
                  <a:cubicBezTo>
                    <a:pt x="6979" y="2878"/>
                    <a:pt x="6768" y="2836"/>
                    <a:pt x="6586" y="2766"/>
                  </a:cubicBezTo>
                  <a:cubicBezTo>
                    <a:pt x="6375" y="2710"/>
                    <a:pt x="6193" y="2597"/>
                    <a:pt x="6038" y="2471"/>
                  </a:cubicBezTo>
                  <a:cubicBezTo>
                    <a:pt x="5982" y="2429"/>
                    <a:pt x="5912" y="2373"/>
                    <a:pt x="5869" y="2316"/>
                  </a:cubicBezTo>
                  <a:lnTo>
                    <a:pt x="5785" y="2316"/>
                  </a:lnTo>
                  <a:cubicBezTo>
                    <a:pt x="5476" y="2528"/>
                    <a:pt x="5111" y="2653"/>
                    <a:pt x="4690" y="2653"/>
                  </a:cubicBezTo>
                  <a:cubicBezTo>
                    <a:pt x="4115" y="2653"/>
                    <a:pt x="3595" y="2387"/>
                    <a:pt x="3258" y="1994"/>
                  </a:cubicBezTo>
                  <a:cubicBezTo>
                    <a:pt x="3230" y="1979"/>
                    <a:pt x="3188" y="1979"/>
                    <a:pt x="3146" y="1966"/>
                  </a:cubicBezTo>
                  <a:cubicBezTo>
                    <a:pt x="3020" y="2050"/>
                    <a:pt x="2893" y="2106"/>
                    <a:pt x="2752" y="2148"/>
                  </a:cubicBezTo>
                  <a:cubicBezTo>
                    <a:pt x="2584" y="2204"/>
                    <a:pt x="2415" y="2232"/>
                    <a:pt x="2247" y="2232"/>
                  </a:cubicBezTo>
                  <a:lnTo>
                    <a:pt x="2177" y="2232"/>
                  </a:lnTo>
                  <a:cubicBezTo>
                    <a:pt x="1517" y="2232"/>
                    <a:pt x="942" y="1895"/>
                    <a:pt x="633" y="1404"/>
                  </a:cubicBezTo>
                  <a:cubicBezTo>
                    <a:pt x="577" y="1390"/>
                    <a:pt x="521" y="1362"/>
                    <a:pt x="465" y="1348"/>
                  </a:cubicBezTo>
                  <a:lnTo>
                    <a:pt x="436" y="1348"/>
                  </a:lnTo>
                  <a:lnTo>
                    <a:pt x="422" y="1362"/>
                  </a:lnTo>
                  <a:cubicBezTo>
                    <a:pt x="184" y="1474"/>
                    <a:pt x="71" y="1755"/>
                    <a:pt x="43" y="2008"/>
                  </a:cubicBezTo>
                  <a:cubicBezTo>
                    <a:pt x="29" y="2064"/>
                    <a:pt x="29" y="2106"/>
                    <a:pt x="29" y="2163"/>
                  </a:cubicBezTo>
                  <a:cubicBezTo>
                    <a:pt x="1" y="2499"/>
                    <a:pt x="71" y="2850"/>
                    <a:pt x="225" y="3173"/>
                  </a:cubicBezTo>
                  <a:cubicBezTo>
                    <a:pt x="253" y="3230"/>
                    <a:pt x="281" y="3299"/>
                    <a:pt x="310" y="3370"/>
                  </a:cubicBezTo>
                  <a:cubicBezTo>
                    <a:pt x="324" y="3510"/>
                    <a:pt x="324" y="3664"/>
                    <a:pt x="338" y="3819"/>
                  </a:cubicBezTo>
                  <a:lnTo>
                    <a:pt x="338" y="3960"/>
                  </a:lnTo>
                  <a:cubicBezTo>
                    <a:pt x="268" y="4450"/>
                    <a:pt x="169" y="4928"/>
                    <a:pt x="212" y="5420"/>
                  </a:cubicBezTo>
                  <a:cubicBezTo>
                    <a:pt x="212" y="5476"/>
                    <a:pt x="212" y="5532"/>
                    <a:pt x="225" y="5588"/>
                  </a:cubicBezTo>
                  <a:cubicBezTo>
                    <a:pt x="253" y="5854"/>
                    <a:pt x="338" y="6122"/>
                    <a:pt x="478" y="6360"/>
                  </a:cubicBezTo>
                  <a:cubicBezTo>
                    <a:pt x="549" y="6487"/>
                    <a:pt x="618" y="6584"/>
                    <a:pt x="717" y="6683"/>
                  </a:cubicBezTo>
                  <a:cubicBezTo>
                    <a:pt x="745" y="6837"/>
                    <a:pt x="787" y="6992"/>
                    <a:pt x="815" y="7146"/>
                  </a:cubicBezTo>
                  <a:cubicBezTo>
                    <a:pt x="830" y="7202"/>
                    <a:pt x="843" y="7245"/>
                    <a:pt x="858" y="7301"/>
                  </a:cubicBezTo>
                  <a:lnTo>
                    <a:pt x="858" y="7708"/>
                  </a:lnTo>
                  <a:cubicBezTo>
                    <a:pt x="886" y="8059"/>
                    <a:pt x="955" y="8396"/>
                    <a:pt x="1082" y="8705"/>
                  </a:cubicBezTo>
                  <a:cubicBezTo>
                    <a:pt x="1223" y="9042"/>
                    <a:pt x="1419" y="9336"/>
                    <a:pt x="1685" y="9603"/>
                  </a:cubicBezTo>
                  <a:cubicBezTo>
                    <a:pt x="1756" y="9660"/>
                    <a:pt x="1840" y="9729"/>
                    <a:pt x="1925" y="9785"/>
                  </a:cubicBezTo>
                  <a:cubicBezTo>
                    <a:pt x="2050" y="9898"/>
                    <a:pt x="2163" y="10010"/>
                    <a:pt x="2303" y="10109"/>
                  </a:cubicBezTo>
                  <a:cubicBezTo>
                    <a:pt x="2458" y="10249"/>
                    <a:pt x="2627" y="10362"/>
                    <a:pt x="2795" y="10487"/>
                  </a:cubicBezTo>
                  <a:lnTo>
                    <a:pt x="3258" y="10783"/>
                  </a:lnTo>
                  <a:cubicBezTo>
                    <a:pt x="3834" y="11148"/>
                    <a:pt x="4409" y="11513"/>
                    <a:pt x="5070" y="11709"/>
                  </a:cubicBezTo>
                  <a:cubicBezTo>
                    <a:pt x="5400" y="11805"/>
                    <a:pt x="5745" y="11851"/>
                    <a:pt x="6091" y="11851"/>
                  </a:cubicBezTo>
                  <a:cubicBezTo>
                    <a:pt x="6507" y="11851"/>
                    <a:pt x="6924" y="11783"/>
                    <a:pt x="7316" y="11653"/>
                  </a:cubicBezTo>
                  <a:cubicBezTo>
                    <a:pt x="7582" y="11569"/>
                    <a:pt x="7835" y="11457"/>
                    <a:pt x="8074" y="11316"/>
                  </a:cubicBezTo>
                  <a:cubicBezTo>
                    <a:pt x="8116" y="11330"/>
                    <a:pt x="8144" y="11358"/>
                    <a:pt x="8186" y="11372"/>
                  </a:cubicBezTo>
                  <a:cubicBezTo>
                    <a:pt x="8383" y="11470"/>
                    <a:pt x="8565" y="11526"/>
                    <a:pt x="8776" y="11582"/>
                  </a:cubicBezTo>
                  <a:cubicBezTo>
                    <a:pt x="9014" y="11470"/>
                    <a:pt x="9267" y="11372"/>
                    <a:pt x="9519" y="11302"/>
                  </a:cubicBezTo>
                  <a:cubicBezTo>
                    <a:pt x="9632" y="11274"/>
                    <a:pt x="9744" y="11246"/>
                    <a:pt x="9871" y="11232"/>
                  </a:cubicBezTo>
                  <a:cubicBezTo>
                    <a:pt x="10011" y="11204"/>
                    <a:pt x="10165" y="11176"/>
                    <a:pt x="10334" y="11161"/>
                  </a:cubicBezTo>
                  <a:lnTo>
                    <a:pt x="10376" y="11161"/>
                  </a:lnTo>
                  <a:lnTo>
                    <a:pt x="11541" y="11064"/>
                  </a:lnTo>
                  <a:lnTo>
                    <a:pt x="14293" y="10839"/>
                  </a:lnTo>
                  <a:cubicBezTo>
                    <a:pt x="14448" y="10824"/>
                    <a:pt x="14588" y="10783"/>
                    <a:pt x="14701" y="10712"/>
                  </a:cubicBezTo>
                  <a:lnTo>
                    <a:pt x="14714" y="10712"/>
                  </a:lnTo>
                  <a:cubicBezTo>
                    <a:pt x="14925" y="10699"/>
                    <a:pt x="15122" y="10642"/>
                    <a:pt x="15304" y="10544"/>
                  </a:cubicBezTo>
                  <a:cubicBezTo>
                    <a:pt x="15655" y="10375"/>
                    <a:pt x="15936" y="10081"/>
                    <a:pt x="16077" y="9757"/>
                  </a:cubicBezTo>
                  <a:cubicBezTo>
                    <a:pt x="16258" y="9308"/>
                    <a:pt x="16258" y="8817"/>
                    <a:pt x="16118" y="8353"/>
                  </a:cubicBezTo>
                  <a:cubicBezTo>
                    <a:pt x="16090" y="8228"/>
                    <a:pt x="16048" y="8101"/>
                    <a:pt x="15992" y="7975"/>
                  </a:cubicBezTo>
                  <a:cubicBezTo>
                    <a:pt x="16062" y="7891"/>
                    <a:pt x="16133" y="7806"/>
                    <a:pt x="16189" y="7736"/>
                  </a:cubicBezTo>
                  <a:cubicBezTo>
                    <a:pt x="16680" y="7076"/>
                    <a:pt x="16835" y="6219"/>
                    <a:pt x="16582" y="5461"/>
                  </a:cubicBezTo>
                  <a:cubicBezTo>
                    <a:pt x="16511" y="5223"/>
                    <a:pt x="16385" y="4984"/>
                    <a:pt x="16413" y="4746"/>
                  </a:cubicBezTo>
                  <a:cubicBezTo>
                    <a:pt x="16413" y="4703"/>
                    <a:pt x="16413" y="4675"/>
                    <a:pt x="16427" y="4662"/>
                  </a:cubicBezTo>
                  <a:cubicBezTo>
                    <a:pt x="16442" y="4521"/>
                    <a:pt x="16498" y="4394"/>
                    <a:pt x="16539" y="4268"/>
                  </a:cubicBezTo>
                  <a:cubicBezTo>
                    <a:pt x="17087" y="2878"/>
                    <a:pt x="16919" y="1277"/>
                    <a:pt x="1611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9" name="Google Shape;529;p40"/>
            <p:cNvSpPr/>
            <p:nvPr/>
          </p:nvSpPr>
          <p:spPr>
            <a:xfrm>
              <a:off x="7254197" y="3488368"/>
              <a:ext cx="481014" cy="230650"/>
            </a:xfrm>
            <a:custGeom>
              <a:rect b="b" l="l" r="r" t="t"/>
              <a:pathLst>
                <a:path extrusionOk="0" h="4282" w="8930">
                  <a:moveTo>
                    <a:pt x="8592" y="0"/>
                  </a:moveTo>
                  <a:cubicBezTo>
                    <a:pt x="8298" y="337"/>
                    <a:pt x="7877" y="575"/>
                    <a:pt x="7371" y="631"/>
                  </a:cubicBezTo>
                  <a:cubicBezTo>
                    <a:pt x="7091" y="772"/>
                    <a:pt x="6795" y="955"/>
                    <a:pt x="6627" y="1236"/>
                  </a:cubicBezTo>
                  <a:cubicBezTo>
                    <a:pt x="6430" y="1573"/>
                    <a:pt x="6430" y="2007"/>
                    <a:pt x="6627" y="2541"/>
                  </a:cubicBezTo>
                  <a:cubicBezTo>
                    <a:pt x="6669" y="2640"/>
                    <a:pt x="6711" y="2724"/>
                    <a:pt x="6754" y="2836"/>
                  </a:cubicBezTo>
                  <a:cubicBezTo>
                    <a:pt x="6866" y="3074"/>
                    <a:pt x="6964" y="3327"/>
                    <a:pt x="6978" y="3566"/>
                  </a:cubicBezTo>
                  <a:cubicBezTo>
                    <a:pt x="6992" y="3692"/>
                    <a:pt x="6978" y="3748"/>
                    <a:pt x="6950" y="3776"/>
                  </a:cubicBezTo>
                  <a:cubicBezTo>
                    <a:pt x="6950" y="3776"/>
                    <a:pt x="6922" y="3804"/>
                    <a:pt x="6838" y="3804"/>
                  </a:cubicBezTo>
                  <a:cubicBezTo>
                    <a:pt x="6711" y="3791"/>
                    <a:pt x="6557" y="3707"/>
                    <a:pt x="6501" y="3594"/>
                  </a:cubicBezTo>
                  <a:cubicBezTo>
                    <a:pt x="6430" y="3439"/>
                    <a:pt x="6417" y="3257"/>
                    <a:pt x="6389" y="3061"/>
                  </a:cubicBezTo>
                  <a:cubicBezTo>
                    <a:pt x="6374" y="2920"/>
                    <a:pt x="6360" y="2780"/>
                    <a:pt x="6332" y="2640"/>
                  </a:cubicBezTo>
                  <a:cubicBezTo>
                    <a:pt x="6177" y="2035"/>
                    <a:pt x="5672" y="1516"/>
                    <a:pt x="4957" y="1236"/>
                  </a:cubicBezTo>
                  <a:cubicBezTo>
                    <a:pt x="4605" y="1095"/>
                    <a:pt x="4226" y="1024"/>
                    <a:pt x="3777" y="996"/>
                  </a:cubicBezTo>
                  <a:lnTo>
                    <a:pt x="4311" y="772"/>
                  </a:lnTo>
                  <a:cubicBezTo>
                    <a:pt x="4311" y="758"/>
                    <a:pt x="4324" y="758"/>
                    <a:pt x="4339" y="744"/>
                  </a:cubicBezTo>
                  <a:cubicBezTo>
                    <a:pt x="4128" y="688"/>
                    <a:pt x="3946" y="575"/>
                    <a:pt x="3791" y="449"/>
                  </a:cubicBezTo>
                  <a:lnTo>
                    <a:pt x="2570" y="983"/>
                  </a:lnTo>
                  <a:cubicBezTo>
                    <a:pt x="2542" y="996"/>
                    <a:pt x="2514" y="1011"/>
                    <a:pt x="2499" y="1024"/>
                  </a:cubicBezTo>
                  <a:cubicBezTo>
                    <a:pt x="2316" y="1038"/>
                    <a:pt x="2143" y="1048"/>
                    <a:pt x="1974" y="1048"/>
                  </a:cubicBezTo>
                  <a:cubicBezTo>
                    <a:pt x="1780" y="1048"/>
                    <a:pt x="1592" y="1034"/>
                    <a:pt x="1404" y="996"/>
                  </a:cubicBezTo>
                  <a:cubicBezTo>
                    <a:pt x="969" y="899"/>
                    <a:pt x="534" y="590"/>
                    <a:pt x="520" y="197"/>
                  </a:cubicBezTo>
                  <a:cubicBezTo>
                    <a:pt x="520" y="169"/>
                    <a:pt x="505" y="154"/>
                    <a:pt x="505" y="126"/>
                  </a:cubicBezTo>
                  <a:cubicBezTo>
                    <a:pt x="337" y="182"/>
                    <a:pt x="168" y="210"/>
                    <a:pt x="0" y="210"/>
                  </a:cubicBezTo>
                  <a:lnTo>
                    <a:pt x="0" y="225"/>
                  </a:lnTo>
                  <a:cubicBezTo>
                    <a:pt x="15" y="884"/>
                    <a:pt x="674" y="1333"/>
                    <a:pt x="1278" y="1460"/>
                  </a:cubicBezTo>
                  <a:cubicBezTo>
                    <a:pt x="1516" y="1516"/>
                    <a:pt x="1754" y="1534"/>
                    <a:pt x="1990" y="1534"/>
                  </a:cubicBezTo>
                  <a:cubicBezTo>
                    <a:pt x="2227" y="1534"/>
                    <a:pt x="2463" y="1516"/>
                    <a:pt x="2696" y="1502"/>
                  </a:cubicBezTo>
                  <a:cubicBezTo>
                    <a:pt x="2808" y="1488"/>
                    <a:pt x="2907" y="1488"/>
                    <a:pt x="3019" y="1474"/>
                  </a:cubicBezTo>
                  <a:cubicBezTo>
                    <a:pt x="3153" y="1466"/>
                    <a:pt x="3281" y="1462"/>
                    <a:pt x="3404" y="1462"/>
                  </a:cubicBezTo>
                  <a:cubicBezTo>
                    <a:pt x="3940" y="1462"/>
                    <a:pt x="4380" y="1536"/>
                    <a:pt x="4745" y="1685"/>
                  </a:cubicBezTo>
                  <a:cubicBezTo>
                    <a:pt x="5293" y="1895"/>
                    <a:pt x="5700" y="2303"/>
                    <a:pt x="5812" y="2752"/>
                  </a:cubicBezTo>
                  <a:cubicBezTo>
                    <a:pt x="5840" y="2864"/>
                    <a:pt x="5855" y="2977"/>
                    <a:pt x="5869" y="3102"/>
                  </a:cubicBezTo>
                  <a:cubicBezTo>
                    <a:pt x="5883" y="3327"/>
                    <a:pt x="5911" y="3566"/>
                    <a:pt x="6037" y="3804"/>
                  </a:cubicBezTo>
                  <a:cubicBezTo>
                    <a:pt x="6164" y="4057"/>
                    <a:pt x="6486" y="4254"/>
                    <a:pt x="6795" y="4282"/>
                  </a:cubicBezTo>
                  <a:lnTo>
                    <a:pt x="6866" y="4282"/>
                  </a:lnTo>
                  <a:cubicBezTo>
                    <a:pt x="7076" y="4282"/>
                    <a:pt x="7259" y="4197"/>
                    <a:pt x="7385" y="4044"/>
                  </a:cubicBezTo>
                  <a:cubicBezTo>
                    <a:pt x="7484" y="3917"/>
                    <a:pt x="7525" y="3735"/>
                    <a:pt x="7512" y="3523"/>
                  </a:cubicBezTo>
                  <a:cubicBezTo>
                    <a:pt x="7484" y="3215"/>
                    <a:pt x="7357" y="2920"/>
                    <a:pt x="7244" y="2653"/>
                  </a:cubicBezTo>
                  <a:cubicBezTo>
                    <a:pt x="7203" y="2555"/>
                    <a:pt x="7160" y="2471"/>
                    <a:pt x="7119" y="2372"/>
                  </a:cubicBezTo>
                  <a:cubicBezTo>
                    <a:pt x="6978" y="1979"/>
                    <a:pt x="6964" y="1685"/>
                    <a:pt x="7091" y="1460"/>
                  </a:cubicBezTo>
                  <a:cubicBezTo>
                    <a:pt x="7244" y="1221"/>
                    <a:pt x="7553" y="1081"/>
                    <a:pt x="7905" y="927"/>
                  </a:cubicBezTo>
                  <a:cubicBezTo>
                    <a:pt x="8298" y="744"/>
                    <a:pt x="8747" y="534"/>
                    <a:pt x="8929" y="126"/>
                  </a:cubicBezTo>
                  <a:cubicBezTo>
                    <a:pt x="8803" y="98"/>
                    <a:pt x="8691" y="42"/>
                    <a:pt x="859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0" name="Google Shape;530;p40"/>
            <p:cNvSpPr/>
            <p:nvPr/>
          </p:nvSpPr>
          <p:spPr>
            <a:xfrm>
              <a:off x="7133162" y="3443714"/>
              <a:ext cx="893189" cy="574093"/>
            </a:xfrm>
            <a:custGeom>
              <a:rect b="b" l="l" r="r" t="t"/>
              <a:pathLst>
                <a:path extrusionOk="0" h="10658" w="16582">
                  <a:moveTo>
                    <a:pt x="13914" y="2303"/>
                  </a:moveTo>
                  <a:cubicBezTo>
                    <a:pt x="14055" y="2486"/>
                    <a:pt x="14181" y="2668"/>
                    <a:pt x="14293" y="2879"/>
                  </a:cubicBezTo>
                  <a:lnTo>
                    <a:pt x="14308" y="2879"/>
                  </a:lnTo>
                  <a:lnTo>
                    <a:pt x="14308" y="2907"/>
                  </a:lnTo>
                  <a:cubicBezTo>
                    <a:pt x="14321" y="2907"/>
                    <a:pt x="14308" y="2920"/>
                    <a:pt x="14321" y="2935"/>
                  </a:cubicBezTo>
                  <a:cubicBezTo>
                    <a:pt x="14336" y="2949"/>
                    <a:pt x="14349" y="2977"/>
                    <a:pt x="14364" y="2991"/>
                  </a:cubicBezTo>
                  <a:lnTo>
                    <a:pt x="14364" y="3005"/>
                  </a:lnTo>
                  <a:cubicBezTo>
                    <a:pt x="14742" y="3735"/>
                    <a:pt x="14897" y="4564"/>
                    <a:pt x="14798" y="5363"/>
                  </a:cubicBezTo>
                  <a:cubicBezTo>
                    <a:pt x="14461" y="5209"/>
                    <a:pt x="14096" y="5111"/>
                    <a:pt x="13718" y="5069"/>
                  </a:cubicBezTo>
                  <a:cubicBezTo>
                    <a:pt x="13675" y="4592"/>
                    <a:pt x="13577" y="4171"/>
                    <a:pt x="13394" y="3791"/>
                  </a:cubicBezTo>
                  <a:cubicBezTo>
                    <a:pt x="13212" y="3384"/>
                    <a:pt x="12917" y="3019"/>
                    <a:pt x="12580" y="2767"/>
                  </a:cubicBezTo>
                  <a:cubicBezTo>
                    <a:pt x="13072" y="2682"/>
                    <a:pt x="13521" y="2527"/>
                    <a:pt x="13914" y="2303"/>
                  </a:cubicBezTo>
                  <a:close/>
                  <a:moveTo>
                    <a:pt x="6201" y="4544"/>
                  </a:moveTo>
                  <a:cubicBezTo>
                    <a:pt x="6315" y="4544"/>
                    <a:pt x="6429" y="4554"/>
                    <a:pt x="6543" y="4577"/>
                  </a:cubicBezTo>
                  <a:cubicBezTo>
                    <a:pt x="6543" y="4592"/>
                    <a:pt x="6558" y="4592"/>
                    <a:pt x="6571" y="4605"/>
                  </a:cubicBezTo>
                  <a:cubicBezTo>
                    <a:pt x="6571" y="4676"/>
                    <a:pt x="6571" y="4760"/>
                    <a:pt x="6558" y="4830"/>
                  </a:cubicBezTo>
                  <a:cubicBezTo>
                    <a:pt x="6558" y="5209"/>
                    <a:pt x="6543" y="5631"/>
                    <a:pt x="6740" y="5981"/>
                  </a:cubicBezTo>
                  <a:cubicBezTo>
                    <a:pt x="6347" y="6333"/>
                    <a:pt x="6024" y="6739"/>
                    <a:pt x="5785" y="7188"/>
                  </a:cubicBezTo>
                  <a:cubicBezTo>
                    <a:pt x="5715" y="7301"/>
                    <a:pt x="5771" y="7441"/>
                    <a:pt x="5897" y="7512"/>
                  </a:cubicBezTo>
                  <a:cubicBezTo>
                    <a:pt x="5940" y="7525"/>
                    <a:pt x="5968" y="7525"/>
                    <a:pt x="6010" y="7525"/>
                  </a:cubicBezTo>
                  <a:cubicBezTo>
                    <a:pt x="6108" y="7525"/>
                    <a:pt x="6206" y="7484"/>
                    <a:pt x="6249" y="7400"/>
                  </a:cubicBezTo>
                  <a:cubicBezTo>
                    <a:pt x="6459" y="7020"/>
                    <a:pt x="6740" y="6655"/>
                    <a:pt x="7077" y="6361"/>
                  </a:cubicBezTo>
                  <a:cubicBezTo>
                    <a:pt x="7344" y="6585"/>
                    <a:pt x="7694" y="6698"/>
                    <a:pt x="7962" y="6782"/>
                  </a:cubicBezTo>
                  <a:cubicBezTo>
                    <a:pt x="8228" y="6866"/>
                    <a:pt x="8481" y="6922"/>
                    <a:pt x="8720" y="6950"/>
                  </a:cubicBezTo>
                  <a:cubicBezTo>
                    <a:pt x="8649" y="7076"/>
                    <a:pt x="8593" y="7203"/>
                    <a:pt x="8551" y="7329"/>
                  </a:cubicBezTo>
                  <a:cubicBezTo>
                    <a:pt x="8481" y="7469"/>
                    <a:pt x="8424" y="7596"/>
                    <a:pt x="8355" y="7709"/>
                  </a:cubicBezTo>
                  <a:cubicBezTo>
                    <a:pt x="8271" y="7821"/>
                    <a:pt x="8144" y="7933"/>
                    <a:pt x="7990" y="8059"/>
                  </a:cubicBezTo>
                  <a:cubicBezTo>
                    <a:pt x="7559" y="8357"/>
                    <a:pt x="7008" y="8516"/>
                    <a:pt x="6458" y="8516"/>
                  </a:cubicBezTo>
                  <a:cubicBezTo>
                    <a:pt x="6307" y="8516"/>
                    <a:pt x="6157" y="8504"/>
                    <a:pt x="6010" y="8480"/>
                  </a:cubicBezTo>
                  <a:cubicBezTo>
                    <a:pt x="5912" y="8467"/>
                    <a:pt x="5813" y="8452"/>
                    <a:pt x="5715" y="8424"/>
                  </a:cubicBezTo>
                  <a:cubicBezTo>
                    <a:pt x="5631" y="8396"/>
                    <a:pt x="5532" y="8368"/>
                    <a:pt x="5448" y="8340"/>
                  </a:cubicBezTo>
                  <a:cubicBezTo>
                    <a:pt x="5238" y="8255"/>
                    <a:pt x="5083" y="8158"/>
                    <a:pt x="4957" y="8045"/>
                  </a:cubicBezTo>
                  <a:cubicBezTo>
                    <a:pt x="4634" y="7737"/>
                    <a:pt x="4592" y="7287"/>
                    <a:pt x="4634" y="6922"/>
                  </a:cubicBezTo>
                  <a:cubicBezTo>
                    <a:pt x="4648" y="6767"/>
                    <a:pt x="4676" y="6613"/>
                    <a:pt x="4718" y="6515"/>
                  </a:cubicBezTo>
                  <a:lnTo>
                    <a:pt x="4718" y="6473"/>
                  </a:lnTo>
                  <a:cubicBezTo>
                    <a:pt x="4789" y="6248"/>
                    <a:pt x="4873" y="6037"/>
                    <a:pt x="4957" y="5813"/>
                  </a:cubicBezTo>
                  <a:cubicBezTo>
                    <a:pt x="5098" y="5476"/>
                    <a:pt x="5238" y="5111"/>
                    <a:pt x="5294" y="4732"/>
                  </a:cubicBezTo>
                  <a:cubicBezTo>
                    <a:pt x="5590" y="4619"/>
                    <a:pt x="5894" y="4544"/>
                    <a:pt x="6201" y="4544"/>
                  </a:cubicBezTo>
                  <a:close/>
                  <a:moveTo>
                    <a:pt x="11385" y="2820"/>
                  </a:moveTo>
                  <a:cubicBezTo>
                    <a:pt x="11415" y="2820"/>
                    <a:pt x="11448" y="2821"/>
                    <a:pt x="11485" y="2823"/>
                  </a:cubicBezTo>
                  <a:lnTo>
                    <a:pt x="11724" y="2823"/>
                  </a:lnTo>
                  <a:cubicBezTo>
                    <a:pt x="11738" y="2836"/>
                    <a:pt x="11752" y="2851"/>
                    <a:pt x="11766" y="2851"/>
                  </a:cubicBezTo>
                  <a:cubicBezTo>
                    <a:pt x="12258" y="3047"/>
                    <a:pt x="12664" y="3454"/>
                    <a:pt x="12917" y="3974"/>
                  </a:cubicBezTo>
                  <a:cubicBezTo>
                    <a:pt x="13128" y="4423"/>
                    <a:pt x="13212" y="4957"/>
                    <a:pt x="13198" y="5603"/>
                  </a:cubicBezTo>
                  <a:cubicBezTo>
                    <a:pt x="13184" y="5771"/>
                    <a:pt x="13184" y="5968"/>
                    <a:pt x="13114" y="6136"/>
                  </a:cubicBezTo>
                  <a:cubicBezTo>
                    <a:pt x="13044" y="6318"/>
                    <a:pt x="12904" y="6487"/>
                    <a:pt x="12777" y="6655"/>
                  </a:cubicBezTo>
                  <a:lnTo>
                    <a:pt x="12623" y="6852"/>
                  </a:lnTo>
                  <a:lnTo>
                    <a:pt x="12412" y="7132"/>
                  </a:lnTo>
                  <a:lnTo>
                    <a:pt x="11878" y="7806"/>
                  </a:lnTo>
                  <a:cubicBezTo>
                    <a:pt x="11794" y="7919"/>
                    <a:pt x="11822" y="8059"/>
                    <a:pt x="11949" y="8143"/>
                  </a:cubicBezTo>
                  <a:cubicBezTo>
                    <a:pt x="11990" y="8171"/>
                    <a:pt x="12047" y="8186"/>
                    <a:pt x="12089" y="8186"/>
                  </a:cubicBezTo>
                  <a:cubicBezTo>
                    <a:pt x="12174" y="8186"/>
                    <a:pt x="12258" y="8143"/>
                    <a:pt x="12314" y="8087"/>
                  </a:cubicBezTo>
                  <a:lnTo>
                    <a:pt x="12608" y="7694"/>
                  </a:lnTo>
                  <a:cubicBezTo>
                    <a:pt x="12805" y="8017"/>
                    <a:pt x="13100" y="8284"/>
                    <a:pt x="13465" y="8452"/>
                  </a:cubicBezTo>
                  <a:cubicBezTo>
                    <a:pt x="13507" y="8467"/>
                    <a:pt x="13535" y="8467"/>
                    <a:pt x="13577" y="8467"/>
                  </a:cubicBezTo>
                  <a:cubicBezTo>
                    <a:pt x="13675" y="8467"/>
                    <a:pt x="13774" y="8424"/>
                    <a:pt x="13816" y="8340"/>
                  </a:cubicBezTo>
                  <a:cubicBezTo>
                    <a:pt x="13872" y="8214"/>
                    <a:pt x="13830" y="8074"/>
                    <a:pt x="13690" y="8017"/>
                  </a:cubicBezTo>
                  <a:cubicBezTo>
                    <a:pt x="13353" y="7862"/>
                    <a:pt x="13086" y="7568"/>
                    <a:pt x="12973" y="7231"/>
                  </a:cubicBezTo>
                  <a:lnTo>
                    <a:pt x="13198" y="6936"/>
                  </a:lnTo>
                  <a:cubicBezTo>
                    <a:pt x="13241" y="6880"/>
                    <a:pt x="13297" y="6823"/>
                    <a:pt x="13338" y="6767"/>
                  </a:cubicBezTo>
                  <a:cubicBezTo>
                    <a:pt x="14209" y="7175"/>
                    <a:pt x="14826" y="7890"/>
                    <a:pt x="14939" y="8649"/>
                  </a:cubicBezTo>
                  <a:cubicBezTo>
                    <a:pt x="14967" y="8817"/>
                    <a:pt x="14953" y="8944"/>
                    <a:pt x="14897" y="9042"/>
                  </a:cubicBezTo>
                  <a:cubicBezTo>
                    <a:pt x="14813" y="9210"/>
                    <a:pt x="14574" y="9309"/>
                    <a:pt x="14308" y="9407"/>
                  </a:cubicBezTo>
                  <a:cubicBezTo>
                    <a:pt x="13861" y="9569"/>
                    <a:pt x="13416" y="9744"/>
                    <a:pt x="12945" y="9744"/>
                  </a:cubicBezTo>
                  <a:cubicBezTo>
                    <a:pt x="12926" y="9744"/>
                    <a:pt x="12908" y="9744"/>
                    <a:pt x="12889" y="9744"/>
                  </a:cubicBezTo>
                  <a:cubicBezTo>
                    <a:pt x="12299" y="9730"/>
                    <a:pt x="11738" y="9449"/>
                    <a:pt x="11176" y="9141"/>
                  </a:cubicBezTo>
                  <a:cubicBezTo>
                    <a:pt x="10699" y="8860"/>
                    <a:pt x="10236" y="8592"/>
                    <a:pt x="9941" y="8199"/>
                  </a:cubicBezTo>
                  <a:cubicBezTo>
                    <a:pt x="9674" y="7877"/>
                    <a:pt x="9519" y="7372"/>
                    <a:pt x="9759" y="6978"/>
                  </a:cubicBezTo>
                  <a:cubicBezTo>
                    <a:pt x="9828" y="6964"/>
                    <a:pt x="9899" y="6964"/>
                    <a:pt x="9969" y="6950"/>
                  </a:cubicBezTo>
                  <a:cubicBezTo>
                    <a:pt x="10713" y="6795"/>
                    <a:pt x="11331" y="6346"/>
                    <a:pt x="11584" y="5771"/>
                  </a:cubicBezTo>
                  <a:cubicBezTo>
                    <a:pt x="11682" y="5532"/>
                    <a:pt x="11710" y="5307"/>
                    <a:pt x="11710" y="5083"/>
                  </a:cubicBezTo>
                  <a:cubicBezTo>
                    <a:pt x="11763" y="5080"/>
                    <a:pt x="11816" y="5079"/>
                    <a:pt x="11869" y="5079"/>
                  </a:cubicBezTo>
                  <a:cubicBezTo>
                    <a:pt x="12125" y="5079"/>
                    <a:pt x="12381" y="5104"/>
                    <a:pt x="12636" y="5139"/>
                  </a:cubicBezTo>
                  <a:lnTo>
                    <a:pt x="12679" y="5139"/>
                  </a:lnTo>
                  <a:cubicBezTo>
                    <a:pt x="12805" y="5139"/>
                    <a:pt x="12917" y="5069"/>
                    <a:pt x="12945" y="4942"/>
                  </a:cubicBezTo>
                  <a:cubicBezTo>
                    <a:pt x="12973" y="4816"/>
                    <a:pt x="12876" y="4689"/>
                    <a:pt x="12735" y="4661"/>
                  </a:cubicBezTo>
                  <a:cubicBezTo>
                    <a:pt x="12370" y="4605"/>
                    <a:pt x="12019" y="4592"/>
                    <a:pt x="11654" y="4592"/>
                  </a:cubicBezTo>
                  <a:cubicBezTo>
                    <a:pt x="11584" y="4296"/>
                    <a:pt x="11472" y="3987"/>
                    <a:pt x="11359" y="3679"/>
                  </a:cubicBezTo>
                  <a:cubicBezTo>
                    <a:pt x="11275" y="3454"/>
                    <a:pt x="11191" y="3244"/>
                    <a:pt x="11135" y="3019"/>
                  </a:cubicBezTo>
                  <a:cubicBezTo>
                    <a:pt x="11107" y="2920"/>
                    <a:pt x="11107" y="2879"/>
                    <a:pt x="11120" y="2864"/>
                  </a:cubicBezTo>
                  <a:cubicBezTo>
                    <a:pt x="11120" y="2864"/>
                    <a:pt x="11153" y="2820"/>
                    <a:pt x="11385" y="2820"/>
                  </a:cubicBezTo>
                  <a:close/>
                  <a:moveTo>
                    <a:pt x="4000" y="6862"/>
                  </a:moveTo>
                  <a:cubicBezTo>
                    <a:pt x="4039" y="6862"/>
                    <a:pt x="4077" y="6863"/>
                    <a:pt x="4115" y="6866"/>
                  </a:cubicBezTo>
                  <a:cubicBezTo>
                    <a:pt x="4044" y="7484"/>
                    <a:pt x="4199" y="8031"/>
                    <a:pt x="4578" y="8382"/>
                  </a:cubicBezTo>
                  <a:cubicBezTo>
                    <a:pt x="4704" y="8508"/>
                    <a:pt x="4858" y="8607"/>
                    <a:pt x="5055" y="8691"/>
                  </a:cubicBezTo>
                  <a:cubicBezTo>
                    <a:pt x="4746" y="8804"/>
                    <a:pt x="4437" y="8873"/>
                    <a:pt x="4115" y="8901"/>
                  </a:cubicBezTo>
                  <a:cubicBezTo>
                    <a:pt x="3974" y="8916"/>
                    <a:pt x="3876" y="9028"/>
                    <a:pt x="3890" y="9169"/>
                  </a:cubicBezTo>
                  <a:cubicBezTo>
                    <a:pt x="3904" y="9294"/>
                    <a:pt x="4016" y="9379"/>
                    <a:pt x="4143" y="9379"/>
                  </a:cubicBezTo>
                  <a:lnTo>
                    <a:pt x="4184" y="9379"/>
                  </a:lnTo>
                  <a:cubicBezTo>
                    <a:pt x="4733" y="9322"/>
                    <a:pt x="5280" y="9169"/>
                    <a:pt x="5771" y="8929"/>
                  </a:cubicBezTo>
                  <a:cubicBezTo>
                    <a:pt x="5996" y="8986"/>
                    <a:pt x="6221" y="9000"/>
                    <a:pt x="6431" y="9000"/>
                  </a:cubicBezTo>
                  <a:cubicBezTo>
                    <a:pt x="6839" y="9000"/>
                    <a:pt x="7245" y="8929"/>
                    <a:pt x="7625" y="8789"/>
                  </a:cubicBezTo>
                  <a:lnTo>
                    <a:pt x="7625" y="8789"/>
                  </a:lnTo>
                  <a:cubicBezTo>
                    <a:pt x="7835" y="9169"/>
                    <a:pt x="7751" y="9477"/>
                    <a:pt x="7582" y="9884"/>
                  </a:cubicBezTo>
                  <a:cubicBezTo>
                    <a:pt x="7150" y="10148"/>
                    <a:pt x="6483" y="10227"/>
                    <a:pt x="5912" y="10227"/>
                  </a:cubicBezTo>
                  <a:cubicBezTo>
                    <a:pt x="5815" y="10227"/>
                    <a:pt x="5721" y="10225"/>
                    <a:pt x="5631" y="10221"/>
                  </a:cubicBezTo>
                  <a:cubicBezTo>
                    <a:pt x="4578" y="10165"/>
                    <a:pt x="2795" y="8776"/>
                    <a:pt x="2752" y="8677"/>
                  </a:cubicBezTo>
                  <a:cubicBezTo>
                    <a:pt x="2711" y="8592"/>
                    <a:pt x="2683" y="8508"/>
                    <a:pt x="2655" y="8424"/>
                  </a:cubicBezTo>
                  <a:cubicBezTo>
                    <a:pt x="2542" y="7989"/>
                    <a:pt x="2711" y="7484"/>
                    <a:pt x="3076" y="7188"/>
                  </a:cubicBezTo>
                  <a:cubicBezTo>
                    <a:pt x="3328" y="6974"/>
                    <a:pt x="3660" y="6862"/>
                    <a:pt x="4000" y="6862"/>
                  </a:cubicBezTo>
                  <a:close/>
                  <a:moveTo>
                    <a:pt x="15318" y="0"/>
                  </a:moveTo>
                  <a:lnTo>
                    <a:pt x="15318" y="0"/>
                  </a:lnTo>
                  <a:cubicBezTo>
                    <a:pt x="15163" y="113"/>
                    <a:pt x="14981" y="197"/>
                    <a:pt x="14785" y="253"/>
                  </a:cubicBezTo>
                  <a:cubicBezTo>
                    <a:pt x="14742" y="801"/>
                    <a:pt x="14420" y="1348"/>
                    <a:pt x="13900" y="1728"/>
                  </a:cubicBezTo>
                  <a:cubicBezTo>
                    <a:pt x="13858" y="1756"/>
                    <a:pt x="13830" y="1769"/>
                    <a:pt x="13802" y="1797"/>
                  </a:cubicBezTo>
                  <a:cubicBezTo>
                    <a:pt x="13746" y="1840"/>
                    <a:pt x="13690" y="1868"/>
                    <a:pt x="13634" y="1896"/>
                  </a:cubicBezTo>
                  <a:cubicBezTo>
                    <a:pt x="13115" y="2186"/>
                    <a:pt x="12461" y="2352"/>
                    <a:pt x="11752" y="2352"/>
                  </a:cubicBezTo>
                  <a:cubicBezTo>
                    <a:pt x="11673" y="2352"/>
                    <a:pt x="11593" y="2350"/>
                    <a:pt x="11513" y="2345"/>
                  </a:cubicBezTo>
                  <a:cubicBezTo>
                    <a:pt x="11472" y="2342"/>
                    <a:pt x="11414" y="2338"/>
                    <a:pt x="11346" y="2338"/>
                  </a:cubicBezTo>
                  <a:cubicBezTo>
                    <a:pt x="11114" y="2338"/>
                    <a:pt x="10773" y="2385"/>
                    <a:pt x="10643" y="2668"/>
                  </a:cubicBezTo>
                  <a:cubicBezTo>
                    <a:pt x="10545" y="2851"/>
                    <a:pt x="10601" y="3047"/>
                    <a:pt x="10629" y="3145"/>
                  </a:cubicBezTo>
                  <a:cubicBezTo>
                    <a:pt x="10685" y="3370"/>
                    <a:pt x="10783" y="3609"/>
                    <a:pt x="10867" y="3834"/>
                  </a:cubicBezTo>
                  <a:cubicBezTo>
                    <a:pt x="10966" y="4114"/>
                    <a:pt x="11064" y="4381"/>
                    <a:pt x="11120" y="4648"/>
                  </a:cubicBezTo>
                  <a:cubicBezTo>
                    <a:pt x="11135" y="4661"/>
                    <a:pt x="11176" y="5041"/>
                    <a:pt x="11176" y="5041"/>
                  </a:cubicBezTo>
                  <a:cubicBezTo>
                    <a:pt x="11176" y="5054"/>
                    <a:pt x="11163" y="5434"/>
                    <a:pt x="11092" y="5588"/>
                  </a:cubicBezTo>
                  <a:cubicBezTo>
                    <a:pt x="10910" y="6024"/>
                    <a:pt x="10433" y="6361"/>
                    <a:pt x="9856" y="6473"/>
                  </a:cubicBezTo>
                  <a:cubicBezTo>
                    <a:pt x="9685" y="6506"/>
                    <a:pt x="9508" y="6523"/>
                    <a:pt x="9322" y="6523"/>
                  </a:cubicBezTo>
                  <a:cubicBezTo>
                    <a:pt x="8958" y="6523"/>
                    <a:pt x="8561" y="6458"/>
                    <a:pt x="8116" y="6318"/>
                  </a:cubicBezTo>
                  <a:cubicBezTo>
                    <a:pt x="7821" y="6234"/>
                    <a:pt x="7597" y="6136"/>
                    <a:pt x="7442" y="6009"/>
                  </a:cubicBezTo>
                  <a:cubicBezTo>
                    <a:pt x="7344" y="5940"/>
                    <a:pt x="7273" y="5869"/>
                    <a:pt x="7217" y="5785"/>
                  </a:cubicBezTo>
                  <a:cubicBezTo>
                    <a:pt x="7204" y="5756"/>
                    <a:pt x="7189" y="5728"/>
                    <a:pt x="7175" y="5715"/>
                  </a:cubicBezTo>
                  <a:cubicBezTo>
                    <a:pt x="7077" y="5462"/>
                    <a:pt x="7077" y="5167"/>
                    <a:pt x="7091" y="4844"/>
                  </a:cubicBezTo>
                  <a:cubicBezTo>
                    <a:pt x="7105" y="4367"/>
                    <a:pt x="7119" y="3819"/>
                    <a:pt x="6642" y="3469"/>
                  </a:cubicBezTo>
                  <a:cubicBezTo>
                    <a:pt x="6398" y="3284"/>
                    <a:pt x="6112" y="3227"/>
                    <a:pt x="5822" y="3227"/>
                  </a:cubicBezTo>
                  <a:cubicBezTo>
                    <a:pt x="5560" y="3227"/>
                    <a:pt x="5295" y="3274"/>
                    <a:pt x="5055" y="3314"/>
                  </a:cubicBezTo>
                  <a:lnTo>
                    <a:pt x="5013" y="3314"/>
                  </a:lnTo>
                  <a:cubicBezTo>
                    <a:pt x="4579" y="3387"/>
                    <a:pt x="4161" y="3423"/>
                    <a:pt x="3763" y="3423"/>
                  </a:cubicBezTo>
                  <a:cubicBezTo>
                    <a:pt x="3093" y="3423"/>
                    <a:pt x="2481" y="3320"/>
                    <a:pt x="1953" y="3117"/>
                  </a:cubicBezTo>
                  <a:cubicBezTo>
                    <a:pt x="970" y="2724"/>
                    <a:pt x="240" y="1938"/>
                    <a:pt x="85" y="1095"/>
                  </a:cubicBezTo>
                  <a:cubicBezTo>
                    <a:pt x="85" y="1054"/>
                    <a:pt x="57" y="1011"/>
                    <a:pt x="29" y="970"/>
                  </a:cubicBezTo>
                  <a:lnTo>
                    <a:pt x="29" y="970"/>
                  </a:lnTo>
                  <a:cubicBezTo>
                    <a:pt x="1" y="1306"/>
                    <a:pt x="71" y="1657"/>
                    <a:pt x="225" y="1980"/>
                  </a:cubicBezTo>
                  <a:cubicBezTo>
                    <a:pt x="253" y="2037"/>
                    <a:pt x="281" y="2106"/>
                    <a:pt x="310" y="2177"/>
                  </a:cubicBezTo>
                  <a:cubicBezTo>
                    <a:pt x="324" y="2317"/>
                    <a:pt x="324" y="2471"/>
                    <a:pt x="338" y="2626"/>
                  </a:cubicBezTo>
                  <a:cubicBezTo>
                    <a:pt x="703" y="3019"/>
                    <a:pt x="1180" y="3342"/>
                    <a:pt x="1742" y="3553"/>
                  </a:cubicBezTo>
                  <a:cubicBezTo>
                    <a:pt x="1798" y="3581"/>
                    <a:pt x="1869" y="3609"/>
                    <a:pt x="1925" y="3622"/>
                  </a:cubicBezTo>
                  <a:cubicBezTo>
                    <a:pt x="1784" y="3918"/>
                    <a:pt x="1742" y="4240"/>
                    <a:pt x="1798" y="4549"/>
                  </a:cubicBezTo>
                  <a:cubicBezTo>
                    <a:pt x="1812" y="4676"/>
                    <a:pt x="1925" y="4760"/>
                    <a:pt x="2050" y="4760"/>
                  </a:cubicBezTo>
                  <a:cubicBezTo>
                    <a:pt x="2065" y="4760"/>
                    <a:pt x="2079" y="4760"/>
                    <a:pt x="2093" y="4746"/>
                  </a:cubicBezTo>
                  <a:cubicBezTo>
                    <a:pt x="2234" y="4732"/>
                    <a:pt x="2331" y="4605"/>
                    <a:pt x="2318" y="4479"/>
                  </a:cubicBezTo>
                  <a:cubicBezTo>
                    <a:pt x="2275" y="4240"/>
                    <a:pt x="2318" y="3987"/>
                    <a:pt x="2444" y="3763"/>
                  </a:cubicBezTo>
                  <a:cubicBezTo>
                    <a:pt x="2868" y="3860"/>
                    <a:pt x="3319" y="3909"/>
                    <a:pt x="3792" y="3909"/>
                  </a:cubicBezTo>
                  <a:cubicBezTo>
                    <a:pt x="4212" y="3909"/>
                    <a:pt x="4648" y="3870"/>
                    <a:pt x="5098" y="3791"/>
                  </a:cubicBezTo>
                  <a:lnTo>
                    <a:pt x="5154" y="3777"/>
                  </a:lnTo>
                  <a:cubicBezTo>
                    <a:pt x="5382" y="3740"/>
                    <a:pt x="5614" y="3700"/>
                    <a:pt x="5823" y="3700"/>
                  </a:cubicBezTo>
                  <a:cubicBezTo>
                    <a:pt x="6013" y="3700"/>
                    <a:pt x="6185" y="3733"/>
                    <a:pt x="6318" y="3834"/>
                  </a:cubicBezTo>
                  <a:cubicBezTo>
                    <a:pt x="6403" y="3903"/>
                    <a:pt x="6459" y="3987"/>
                    <a:pt x="6502" y="4072"/>
                  </a:cubicBezTo>
                  <a:cubicBezTo>
                    <a:pt x="6414" y="4062"/>
                    <a:pt x="6326" y="4057"/>
                    <a:pt x="6239" y="4057"/>
                  </a:cubicBezTo>
                  <a:cubicBezTo>
                    <a:pt x="5587" y="4057"/>
                    <a:pt x="4959" y="4318"/>
                    <a:pt x="4452" y="4577"/>
                  </a:cubicBezTo>
                  <a:lnTo>
                    <a:pt x="4184" y="4704"/>
                  </a:lnTo>
                  <a:cubicBezTo>
                    <a:pt x="3651" y="4985"/>
                    <a:pt x="3089" y="5279"/>
                    <a:pt x="2486" y="5307"/>
                  </a:cubicBezTo>
                  <a:cubicBezTo>
                    <a:pt x="2450" y="5309"/>
                    <a:pt x="2414" y="5310"/>
                    <a:pt x="2377" y="5310"/>
                  </a:cubicBezTo>
                  <a:cubicBezTo>
                    <a:pt x="1617" y="5310"/>
                    <a:pt x="895" y="4890"/>
                    <a:pt x="225" y="4395"/>
                  </a:cubicBezTo>
                  <a:lnTo>
                    <a:pt x="225" y="4395"/>
                  </a:lnTo>
                  <a:cubicBezTo>
                    <a:pt x="253" y="4661"/>
                    <a:pt x="338" y="4929"/>
                    <a:pt x="478" y="5167"/>
                  </a:cubicBezTo>
                  <a:cubicBezTo>
                    <a:pt x="1068" y="5532"/>
                    <a:pt x="1700" y="5799"/>
                    <a:pt x="2387" y="5799"/>
                  </a:cubicBezTo>
                  <a:cubicBezTo>
                    <a:pt x="2430" y="5799"/>
                    <a:pt x="2472" y="5799"/>
                    <a:pt x="2528" y="5785"/>
                  </a:cubicBezTo>
                  <a:cubicBezTo>
                    <a:pt x="3230" y="5756"/>
                    <a:pt x="3848" y="5434"/>
                    <a:pt x="4452" y="5125"/>
                  </a:cubicBezTo>
                  <a:lnTo>
                    <a:pt x="4704" y="4998"/>
                  </a:lnTo>
                  <a:lnTo>
                    <a:pt x="4704" y="4998"/>
                  </a:lnTo>
                  <a:cubicBezTo>
                    <a:pt x="4634" y="5223"/>
                    <a:pt x="4549" y="5434"/>
                    <a:pt x="4465" y="5659"/>
                  </a:cubicBezTo>
                  <a:cubicBezTo>
                    <a:pt x="4381" y="5883"/>
                    <a:pt x="4283" y="6108"/>
                    <a:pt x="4213" y="6346"/>
                  </a:cubicBezTo>
                  <a:cubicBezTo>
                    <a:pt x="4213" y="6361"/>
                    <a:pt x="4213" y="6374"/>
                    <a:pt x="4199" y="6389"/>
                  </a:cubicBezTo>
                  <a:cubicBezTo>
                    <a:pt x="4133" y="6382"/>
                    <a:pt x="4067" y="6379"/>
                    <a:pt x="4000" y="6379"/>
                  </a:cubicBezTo>
                  <a:cubicBezTo>
                    <a:pt x="3626" y="6379"/>
                    <a:pt x="3245" y="6481"/>
                    <a:pt x="2936" y="6683"/>
                  </a:cubicBezTo>
                  <a:cubicBezTo>
                    <a:pt x="2893" y="6683"/>
                    <a:pt x="2865" y="6683"/>
                    <a:pt x="2823" y="6698"/>
                  </a:cubicBezTo>
                  <a:cubicBezTo>
                    <a:pt x="2735" y="6734"/>
                    <a:pt x="2642" y="6749"/>
                    <a:pt x="2550" y="6749"/>
                  </a:cubicBezTo>
                  <a:cubicBezTo>
                    <a:pt x="2289" y="6749"/>
                    <a:pt x="2034" y="6633"/>
                    <a:pt x="1910" y="6571"/>
                  </a:cubicBezTo>
                  <a:cubicBezTo>
                    <a:pt x="1770" y="6501"/>
                    <a:pt x="1629" y="6417"/>
                    <a:pt x="1489" y="6318"/>
                  </a:cubicBezTo>
                  <a:cubicBezTo>
                    <a:pt x="1307" y="6206"/>
                    <a:pt x="1110" y="6065"/>
                    <a:pt x="886" y="5968"/>
                  </a:cubicBezTo>
                  <a:cubicBezTo>
                    <a:pt x="858" y="5968"/>
                    <a:pt x="843" y="5953"/>
                    <a:pt x="815" y="5953"/>
                  </a:cubicBezTo>
                  <a:cubicBezTo>
                    <a:pt x="830" y="6009"/>
                    <a:pt x="843" y="6052"/>
                    <a:pt x="858" y="6108"/>
                  </a:cubicBezTo>
                  <a:lnTo>
                    <a:pt x="858" y="6515"/>
                  </a:lnTo>
                  <a:cubicBezTo>
                    <a:pt x="970" y="6571"/>
                    <a:pt x="1082" y="6641"/>
                    <a:pt x="1195" y="6726"/>
                  </a:cubicBezTo>
                  <a:cubicBezTo>
                    <a:pt x="1335" y="6810"/>
                    <a:pt x="1489" y="6908"/>
                    <a:pt x="1657" y="6992"/>
                  </a:cubicBezTo>
                  <a:cubicBezTo>
                    <a:pt x="1826" y="7076"/>
                    <a:pt x="2079" y="7188"/>
                    <a:pt x="2374" y="7231"/>
                  </a:cubicBezTo>
                  <a:cubicBezTo>
                    <a:pt x="2121" y="7610"/>
                    <a:pt x="1994" y="7778"/>
                    <a:pt x="2107" y="8227"/>
                  </a:cubicBezTo>
                  <a:cubicBezTo>
                    <a:pt x="2065" y="8186"/>
                    <a:pt x="1503" y="7737"/>
                    <a:pt x="1124" y="7540"/>
                  </a:cubicBezTo>
                  <a:cubicBezTo>
                    <a:pt x="1110" y="7525"/>
                    <a:pt x="1096" y="7525"/>
                    <a:pt x="1082" y="7512"/>
                  </a:cubicBezTo>
                  <a:lnTo>
                    <a:pt x="1082" y="7512"/>
                  </a:lnTo>
                  <a:cubicBezTo>
                    <a:pt x="1223" y="7849"/>
                    <a:pt x="1419" y="8143"/>
                    <a:pt x="1685" y="8410"/>
                  </a:cubicBezTo>
                  <a:cubicBezTo>
                    <a:pt x="1756" y="8467"/>
                    <a:pt x="1840" y="8536"/>
                    <a:pt x="1925" y="8592"/>
                  </a:cubicBezTo>
                  <a:cubicBezTo>
                    <a:pt x="2050" y="8705"/>
                    <a:pt x="2163" y="8817"/>
                    <a:pt x="2303" y="8916"/>
                  </a:cubicBezTo>
                  <a:cubicBezTo>
                    <a:pt x="2458" y="9056"/>
                    <a:pt x="2627" y="9169"/>
                    <a:pt x="2795" y="9294"/>
                  </a:cubicBezTo>
                  <a:lnTo>
                    <a:pt x="3258" y="9590"/>
                  </a:lnTo>
                  <a:cubicBezTo>
                    <a:pt x="3834" y="9955"/>
                    <a:pt x="4409" y="10320"/>
                    <a:pt x="5070" y="10516"/>
                  </a:cubicBezTo>
                  <a:cubicBezTo>
                    <a:pt x="5400" y="10612"/>
                    <a:pt x="5745" y="10658"/>
                    <a:pt x="6091" y="10658"/>
                  </a:cubicBezTo>
                  <a:cubicBezTo>
                    <a:pt x="6507" y="10658"/>
                    <a:pt x="6924" y="10590"/>
                    <a:pt x="7316" y="10460"/>
                  </a:cubicBezTo>
                  <a:cubicBezTo>
                    <a:pt x="7582" y="10376"/>
                    <a:pt x="7835" y="10264"/>
                    <a:pt x="8074" y="10123"/>
                  </a:cubicBezTo>
                  <a:cubicBezTo>
                    <a:pt x="8116" y="10137"/>
                    <a:pt x="8144" y="10165"/>
                    <a:pt x="8186" y="10179"/>
                  </a:cubicBezTo>
                  <a:cubicBezTo>
                    <a:pt x="8383" y="10277"/>
                    <a:pt x="8565" y="10333"/>
                    <a:pt x="8776" y="10389"/>
                  </a:cubicBezTo>
                  <a:cubicBezTo>
                    <a:pt x="9014" y="10277"/>
                    <a:pt x="9267" y="10179"/>
                    <a:pt x="9519" y="10109"/>
                  </a:cubicBezTo>
                  <a:cubicBezTo>
                    <a:pt x="9787" y="10039"/>
                    <a:pt x="10053" y="9996"/>
                    <a:pt x="10334" y="9968"/>
                  </a:cubicBezTo>
                  <a:cubicBezTo>
                    <a:pt x="9815" y="9786"/>
                    <a:pt x="9366" y="9421"/>
                    <a:pt x="9126" y="8957"/>
                  </a:cubicBezTo>
                  <a:cubicBezTo>
                    <a:pt x="9077" y="8868"/>
                    <a:pt x="8985" y="8821"/>
                    <a:pt x="8890" y="8821"/>
                  </a:cubicBezTo>
                  <a:cubicBezTo>
                    <a:pt x="8852" y="8821"/>
                    <a:pt x="8813" y="8829"/>
                    <a:pt x="8776" y="8845"/>
                  </a:cubicBezTo>
                  <a:cubicBezTo>
                    <a:pt x="8636" y="8901"/>
                    <a:pt x="8593" y="9042"/>
                    <a:pt x="8649" y="9169"/>
                  </a:cubicBezTo>
                  <a:cubicBezTo>
                    <a:pt x="8818" y="9477"/>
                    <a:pt x="9057" y="9744"/>
                    <a:pt x="9338" y="9968"/>
                  </a:cubicBezTo>
                  <a:cubicBezTo>
                    <a:pt x="9218" y="9990"/>
                    <a:pt x="9091" y="10020"/>
                    <a:pt x="8969" y="10020"/>
                  </a:cubicBezTo>
                  <a:cubicBezTo>
                    <a:pt x="8932" y="10020"/>
                    <a:pt x="8896" y="10017"/>
                    <a:pt x="8860" y="10011"/>
                  </a:cubicBezTo>
                  <a:cubicBezTo>
                    <a:pt x="8720" y="9996"/>
                    <a:pt x="8607" y="9940"/>
                    <a:pt x="8481" y="9912"/>
                  </a:cubicBezTo>
                  <a:cubicBezTo>
                    <a:pt x="8446" y="9905"/>
                    <a:pt x="8411" y="9902"/>
                    <a:pt x="8376" y="9902"/>
                  </a:cubicBezTo>
                  <a:cubicBezTo>
                    <a:pt x="8340" y="9902"/>
                    <a:pt x="8305" y="9905"/>
                    <a:pt x="8271" y="9912"/>
                  </a:cubicBezTo>
                  <a:cubicBezTo>
                    <a:pt x="8383" y="9463"/>
                    <a:pt x="8327" y="8972"/>
                    <a:pt x="8087" y="8579"/>
                  </a:cubicBezTo>
                  <a:cubicBezTo>
                    <a:pt x="8158" y="8523"/>
                    <a:pt x="8242" y="8480"/>
                    <a:pt x="8312" y="8439"/>
                  </a:cubicBezTo>
                  <a:cubicBezTo>
                    <a:pt x="8523" y="8284"/>
                    <a:pt x="8677" y="8130"/>
                    <a:pt x="8789" y="7961"/>
                  </a:cubicBezTo>
                  <a:cubicBezTo>
                    <a:pt x="8902" y="7821"/>
                    <a:pt x="8973" y="7652"/>
                    <a:pt x="9042" y="7497"/>
                  </a:cubicBezTo>
                  <a:cubicBezTo>
                    <a:pt x="9070" y="7428"/>
                    <a:pt x="9098" y="7357"/>
                    <a:pt x="9126" y="7301"/>
                  </a:cubicBezTo>
                  <a:lnTo>
                    <a:pt x="9126" y="7301"/>
                  </a:lnTo>
                  <a:cubicBezTo>
                    <a:pt x="9085" y="7694"/>
                    <a:pt x="9225" y="8115"/>
                    <a:pt x="9506" y="8480"/>
                  </a:cubicBezTo>
                  <a:cubicBezTo>
                    <a:pt x="9871" y="8944"/>
                    <a:pt x="10376" y="9238"/>
                    <a:pt x="10910" y="9547"/>
                  </a:cubicBezTo>
                  <a:cubicBezTo>
                    <a:pt x="11107" y="9659"/>
                    <a:pt x="11317" y="9772"/>
                    <a:pt x="11541" y="9871"/>
                  </a:cubicBezTo>
                  <a:lnTo>
                    <a:pt x="14293" y="9646"/>
                  </a:lnTo>
                  <a:cubicBezTo>
                    <a:pt x="14448" y="9631"/>
                    <a:pt x="14588" y="9590"/>
                    <a:pt x="14701" y="9519"/>
                  </a:cubicBezTo>
                  <a:lnTo>
                    <a:pt x="14714" y="9519"/>
                  </a:lnTo>
                  <a:cubicBezTo>
                    <a:pt x="14925" y="9506"/>
                    <a:pt x="15122" y="9449"/>
                    <a:pt x="15304" y="9351"/>
                  </a:cubicBezTo>
                  <a:cubicBezTo>
                    <a:pt x="15332" y="9322"/>
                    <a:pt x="15346" y="9294"/>
                    <a:pt x="15375" y="9253"/>
                  </a:cubicBezTo>
                  <a:cubicBezTo>
                    <a:pt x="15472" y="9070"/>
                    <a:pt x="15500" y="8860"/>
                    <a:pt x="15459" y="8579"/>
                  </a:cubicBezTo>
                  <a:cubicBezTo>
                    <a:pt x="15318" y="7680"/>
                    <a:pt x="14616" y="6823"/>
                    <a:pt x="13591" y="6333"/>
                  </a:cubicBezTo>
                  <a:cubicBezTo>
                    <a:pt x="13606" y="6318"/>
                    <a:pt x="13606" y="6305"/>
                    <a:pt x="13619" y="6290"/>
                  </a:cubicBezTo>
                  <a:cubicBezTo>
                    <a:pt x="13703" y="6052"/>
                    <a:pt x="13718" y="5827"/>
                    <a:pt x="13718" y="5603"/>
                  </a:cubicBezTo>
                  <a:lnTo>
                    <a:pt x="13718" y="5560"/>
                  </a:lnTo>
                  <a:cubicBezTo>
                    <a:pt x="14645" y="5672"/>
                    <a:pt x="15500" y="6248"/>
                    <a:pt x="15880" y="7020"/>
                  </a:cubicBezTo>
                  <a:cubicBezTo>
                    <a:pt x="15922" y="7119"/>
                    <a:pt x="16020" y="7160"/>
                    <a:pt x="16118" y="7160"/>
                  </a:cubicBezTo>
                  <a:cubicBezTo>
                    <a:pt x="16090" y="7035"/>
                    <a:pt x="16048" y="6908"/>
                    <a:pt x="15992" y="6782"/>
                  </a:cubicBezTo>
                  <a:cubicBezTo>
                    <a:pt x="16062" y="6698"/>
                    <a:pt x="16133" y="6613"/>
                    <a:pt x="16189" y="6543"/>
                  </a:cubicBezTo>
                  <a:cubicBezTo>
                    <a:pt x="15964" y="6178"/>
                    <a:pt x="15655" y="5869"/>
                    <a:pt x="15290" y="5631"/>
                  </a:cubicBezTo>
                  <a:cubicBezTo>
                    <a:pt x="15290" y="5616"/>
                    <a:pt x="15304" y="5588"/>
                    <a:pt x="15304" y="5560"/>
                  </a:cubicBezTo>
                  <a:cubicBezTo>
                    <a:pt x="15403" y="4942"/>
                    <a:pt x="15360" y="4311"/>
                    <a:pt x="15206" y="3707"/>
                  </a:cubicBezTo>
                  <a:lnTo>
                    <a:pt x="15206" y="3707"/>
                  </a:lnTo>
                  <a:lnTo>
                    <a:pt x="15444" y="3721"/>
                  </a:lnTo>
                  <a:cubicBezTo>
                    <a:pt x="15641" y="3721"/>
                    <a:pt x="15852" y="3735"/>
                    <a:pt x="16006" y="3806"/>
                  </a:cubicBezTo>
                  <a:cubicBezTo>
                    <a:pt x="16146" y="3847"/>
                    <a:pt x="16245" y="3959"/>
                    <a:pt x="16258" y="4058"/>
                  </a:cubicBezTo>
                  <a:cubicBezTo>
                    <a:pt x="16273" y="4184"/>
                    <a:pt x="16385" y="4268"/>
                    <a:pt x="16526" y="4268"/>
                  </a:cubicBezTo>
                  <a:lnTo>
                    <a:pt x="16582" y="4268"/>
                  </a:lnTo>
                  <a:cubicBezTo>
                    <a:pt x="16511" y="4030"/>
                    <a:pt x="16385" y="3791"/>
                    <a:pt x="16413" y="3553"/>
                  </a:cubicBezTo>
                  <a:cubicBezTo>
                    <a:pt x="16413" y="3510"/>
                    <a:pt x="16413" y="3482"/>
                    <a:pt x="16427" y="3469"/>
                  </a:cubicBezTo>
                  <a:cubicBezTo>
                    <a:pt x="16357" y="3426"/>
                    <a:pt x="16301" y="3384"/>
                    <a:pt x="16217" y="3356"/>
                  </a:cubicBezTo>
                  <a:cubicBezTo>
                    <a:pt x="15964" y="3257"/>
                    <a:pt x="15697" y="3244"/>
                    <a:pt x="15472" y="3244"/>
                  </a:cubicBezTo>
                  <a:lnTo>
                    <a:pt x="15038" y="3216"/>
                  </a:lnTo>
                  <a:lnTo>
                    <a:pt x="14869" y="2836"/>
                  </a:lnTo>
                  <a:lnTo>
                    <a:pt x="14855" y="2836"/>
                  </a:lnTo>
                  <a:cubicBezTo>
                    <a:pt x="14855" y="2823"/>
                    <a:pt x="14869" y="2823"/>
                    <a:pt x="14869" y="2823"/>
                  </a:cubicBezTo>
                  <a:cubicBezTo>
                    <a:pt x="15051" y="2682"/>
                    <a:pt x="15248" y="2514"/>
                    <a:pt x="15431" y="2345"/>
                  </a:cubicBezTo>
                  <a:lnTo>
                    <a:pt x="15444" y="2345"/>
                  </a:lnTo>
                  <a:cubicBezTo>
                    <a:pt x="15470" y="2343"/>
                    <a:pt x="15496" y="2343"/>
                    <a:pt x="15523" y="2343"/>
                  </a:cubicBezTo>
                  <a:cubicBezTo>
                    <a:pt x="15696" y="2343"/>
                    <a:pt x="15876" y="2383"/>
                    <a:pt x="16034" y="2443"/>
                  </a:cubicBezTo>
                  <a:cubicBezTo>
                    <a:pt x="16062" y="2458"/>
                    <a:pt x="16105" y="2458"/>
                    <a:pt x="16133" y="2458"/>
                  </a:cubicBezTo>
                  <a:cubicBezTo>
                    <a:pt x="16230" y="2458"/>
                    <a:pt x="16329" y="2402"/>
                    <a:pt x="16371" y="2317"/>
                  </a:cubicBezTo>
                  <a:cubicBezTo>
                    <a:pt x="16427" y="2190"/>
                    <a:pt x="16371" y="2050"/>
                    <a:pt x="16230" y="1994"/>
                  </a:cubicBezTo>
                  <a:cubicBezTo>
                    <a:pt x="16105" y="1952"/>
                    <a:pt x="15964" y="1910"/>
                    <a:pt x="15837" y="1896"/>
                  </a:cubicBezTo>
                  <a:cubicBezTo>
                    <a:pt x="16020" y="1615"/>
                    <a:pt x="16146" y="1320"/>
                    <a:pt x="16146" y="983"/>
                  </a:cubicBezTo>
                  <a:cubicBezTo>
                    <a:pt x="16161" y="843"/>
                    <a:pt x="16034" y="730"/>
                    <a:pt x="15893" y="730"/>
                  </a:cubicBezTo>
                  <a:cubicBezTo>
                    <a:pt x="15740" y="730"/>
                    <a:pt x="15627" y="843"/>
                    <a:pt x="15627" y="970"/>
                  </a:cubicBezTo>
                  <a:cubicBezTo>
                    <a:pt x="15613" y="1545"/>
                    <a:pt x="15107" y="2022"/>
                    <a:pt x="14616" y="2387"/>
                  </a:cubicBezTo>
                  <a:cubicBezTo>
                    <a:pt x="14532" y="2261"/>
                    <a:pt x="14433" y="2134"/>
                    <a:pt x="14336" y="2008"/>
                  </a:cubicBezTo>
                  <a:cubicBezTo>
                    <a:pt x="14995" y="1488"/>
                    <a:pt x="15360" y="730"/>
                    <a:pt x="153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1" name="Google Shape;531;p40"/>
            <p:cNvSpPr/>
            <p:nvPr/>
          </p:nvSpPr>
          <p:spPr>
            <a:xfrm>
              <a:off x="7375177" y="839503"/>
              <a:ext cx="209535" cy="172745"/>
            </a:xfrm>
            <a:custGeom>
              <a:rect b="b" l="l" r="r" t="t"/>
              <a:pathLst>
                <a:path extrusionOk="0" h="3207" w="3890">
                  <a:moveTo>
                    <a:pt x="1249" y="0"/>
                  </a:moveTo>
                  <a:cubicBezTo>
                    <a:pt x="1074" y="0"/>
                    <a:pt x="900" y="25"/>
                    <a:pt x="730" y="79"/>
                  </a:cubicBezTo>
                  <a:cubicBezTo>
                    <a:pt x="365" y="206"/>
                    <a:pt x="0" y="543"/>
                    <a:pt x="85" y="922"/>
                  </a:cubicBezTo>
                  <a:cubicBezTo>
                    <a:pt x="155" y="1217"/>
                    <a:pt x="422" y="1386"/>
                    <a:pt x="674" y="1526"/>
                  </a:cubicBezTo>
                  <a:cubicBezTo>
                    <a:pt x="1152" y="1807"/>
                    <a:pt x="1615" y="2073"/>
                    <a:pt x="2093" y="2354"/>
                  </a:cubicBezTo>
                  <a:cubicBezTo>
                    <a:pt x="2542" y="2607"/>
                    <a:pt x="2977" y="2859"/>
                    <a:pt x="3426" y="3112"/>
                  </a:cubicBezTo>
                  <a:cubicBezTo>
                    <a:pt x="3502" y="3160"/>
                    <a:pt x="3590" y="3207"/>
                    <a:pt x="3674" y="3207"/>
                  </a:cubicBezTo>
                  <a:cubicBezTo>
                    <a:pt x="3715" y="3207"/>
                    <a:pt x="3754" y="3196"/>
                    <a:pt x="3791" y="3168"/>
                  </a:cubicBezTo>
                  <a:cubicBezTo>
                    <a:pt x="3890" y="3098"/>
                    <a:pt x="3875" y="2943"/>
                    <a:pt x="3847" y="2818"/>
                  </a:cubicBezTo>
                  <a:cubicBezTo>
                    <a:pt x="3693" y="2045"/>
                    <a:pt x="3398" y="1287"/>
                    <a:pt x="2864" y="725"/>
                  </a:cubicBezTo>
                  <a:cubicBezTo>
                    <a:pt x="2442" y="291"/>
                    <a:pt x="1843" y="0"/>
                    <a:pt x="124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2" name="Google Shape;532;p40"/>
            <p:cNvSpPr/>
            <p:nvPr/>
          </p:nvSpPr>
          <p:spPr>
            <a:xfrm>
              <a:off x="7278382" y="1109797"/>
              <a:ext cx="145220" cy="103313"/>
            </a:xfrm>
            <a:custGeom>
              <a:rect b="b" l="l" r="r" t="t"/>
              <a:pathLst>
                <a:path extrusionOk="0" h="1918" w="2696">
                  <a:moveTo>
                    <a:pt x="1259" y="1"/>
                  </a:moveTo>
                  <a:cubicBezTo>
                    <a:pt x="833" y="1"/>
                    <a:pt x="406" y="173"/>
                    <a:pt x="99" y="481"/>
                  </a:cubicBezTo>
                  <a:cubicBezTo>
                    <a:pt x="43" y="537"/>
                    <a:pt x="0" y="608"/>
                    <a:pt x="0" y="677"/>
                  </a:cubicBezTo>
                  <a:cubicBezTo>
                    <a:pt x="15" y="761"/>
                    <a:pt x="85" y="818"/>
                    <a:pt x="169" y="846"/>
                  </a:cubicBezTo>
                  <a:cubicBezTo>
                    <a:pt x="197" y="851"/>
                    <a:pt x="225" y="852"/>
                    <a:pt x="253" y="852"/>
                  </a:cubicBezTo>
                  <a:cubicBezTo>
                    <a:pt x="309" y="852"/>
                    <a:pt x="365" y="846"/>
                    <a:pt x="421" y="846"/>
                  </a:cubicBezTo>
                  <a:cubicBezTo>
                    <a:pt x="459" y="843"/>
                    <a:pt x="496" y="841"/>
                    <a:pt x="533" y="841"/>
                  </a:cubicBezTo>
                  <a:cubicBezTo>
                    <a:pt x="1015" y="841"/>
                    <a:pt x="1483" y="1087"/>
                    <a:pt x="1769" y="1478"/>
                  </a:cubicBezTo>
                  <a:cubicBezTo>
                    <a:pt x="1914" y="1661"/>
                    <a:pt x="2070" y="1917"/>
                    <a:pt x="2294" y="1917"/>
                  </a:cubicBezTo>
                  <a:cubicBezTo>
                    <a:pt x="2311" y="1917"/>
                    <a:pt x="2328" y="1916"/>
                    <a:pt x="2345" y="1913"/>
                  </a:cubicBezTo>
                  <a:cubicBezTo>
                    <a:pt x="2555" y="1885"/>
                    <a:pt x="2654" y="1632"/>
                    <a:pt x="2668" y="1422"/>
                  </a:cubicBezTo>
                  <a:cubicBezTo>
                    <a:pt x="2696" y="846"/>
                    <a:pt x="2275" y="271"/>
                    <a:pt x="1728" y="74"/>
                  </a:cubicBezTo>
                  <a:cubicBezTo>
                    <a:pt x="1576" y="25"/>
                    <a:pt x="1418" y="1"/>
                    <a:pt x="125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3" name="Google Shape;533;p40"/>
            <p:cNvSpPr/>
            <p:nvPr/>
          </p:nvSpPr>
          <p:spPr>
            <a:xfrm>
              <a:off x="7334348" y="921701"/>
              <a:ext cx="169459" cy="106653"/>
            </a:xfrm>
            <a:custGeom>
              <a:rect b="b" l="l" r="r" t="t"/>
              <a:pathLst>
                <a:path extrusionOk="0" h="1980" w="3146">
                  <a:moveTo>
                    <a:pt x="3075" y="0"/>
                  </a:moveTo>
                  <a:lnTo>
                    <a:pt x="2710" y="84"/>
                  </a:lnTo>
                  <a:cubicBezTo>
                    <a:pt x="2738" y="225"/>
                    <a:pt x="2654" y="393"/>
                    <a:pt x="2499" y="505"/>
                  </a:cubicBezTo>
                  <a:cubicBezTo>
                    <a:pt x="2317" y="618"/>
                    <a:pt x="2093" y="659"/>
                    <a:pt x="1910" y="674"/>
                  </a:cubicBezTo>
                  <a:cubicBezTo>
                    <a:pt x="1840" y="687"/>
                    <a:pt x="1784" y="687"/>
                    <a:pt x="1713" y="687"/>
                  </a:cubicBezTo>
                  <a:cubicBezTo>
                    <a:pt x="1531" y="702"/>
                    <a:pt x="1348" y="715"/>
                    <a:pt x="1166" y="772"/>
                  </a:cubicBezTo>
                  <a:cubicBezTo>
                    <a:pt x="618" y="912"/>
                    <a:pt x="183" y="1333"/>
                    <a:pt x="0" y="1853"/>
                  </a:cubicBezTo>
                  <a:lnTo>
                    <a:pt x="365" y="1979"/>
                  </a:lnTo>
                  <a:cubicBezTo>
                    <a:pt x="492" y="1572"/>
                    <a:pt x="843" y="1249"/>
                    <a:pt x="1264" y="1137"/>
                  </a:cubicBezTo>
                  <a:cubicBezTo>
                    <a:pt x="1419" y="1095"/>
                    <a:pt x="1573" y="1081"/>
                    <a:pt x="1756" y="1067"/>
                  </a:cubicBezTo>
                  <a:cubicBezTo>
                    <a:pt x="1812" y="1067"/>
                    <a:pt x="1882" y="1067"/>
                    <a:pt x="1938" y="1052"/>
                  </a:cubicBezTo>
                  <a:cubicBezTo>
                    <a:pt x="2177" y="1024"/>
                    <a:pt x="2471" y="983"/>
                    <a:pt x="2710" y="814"/>
                  </a:cubicBezTo>
                  <a:cubicBezTo>
                    <a:pt x="2991" y="618"/>
                    <a:pt x="3145" y="294"/>
                    <a:pt x="307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4" name="Google Shape;534;p40"/>
            <p:cNvSpPr/>
            <p:nvPr/>
          </p:nvSpPr>
          <p:spPr>
            <a:xfrm>
              <a:off x="7368390" y="1034333"/>
              <a:ext cx="60544" cy="156639"/>
            </a:xfrm>
            <a:custGeom>
              <a:rect b="b" l="l" r="r" t="t"/>
              <a:pathLst>
                <a:path extrusionOk="0" h="2908" w="1124">
                  <a:moveTo>
                    <a:pt x="182" y="0"/>
                  </a:moveTo>
                  <a:lnTo>
                    <a:pt x="182" y="0"/>
                  </a:lnTo>
                  <a:cubicBezTo>
                    <a:pt x="1" y="268"/>
                    <a:pt x="14" y="646"/>
                    <a:pt x="225" y="1026"/>
                  </a:cubicBezTo>
                  <a:cubicBezTo>
                    <a:pt x="267" y="1110"/>
                    <a:pt x="323" y="1194"/>
                    <a:pt x="379" y="1279"/>
                  </a:cubicBezTo>
                  <a:cubicBezTo>
                    <a:pt x="478" y="1419"/>
                    <a:pt x="576" y="1573"/>
                    <a:pt x="618" y="1728"/>
                  </a:cubicBezTo>
                  <a:cubicBezTo>
                    <a:pt x="703" y="2037"/>
                    <a:pt x="562" y="2402"/>
                    <a:pt x="281" y="2570"/>
                  </a:cubicBezTo>
                  <a:lnTo>
                    <a:pt x="491" y="2907"/>
                  </a:lnTo>
                  <a:cubicBezTo>
                    <a:pt x="913" y="2640"/>
                    <a:pt x="1124" y="2093"/>
                    <a:pt x="983" y="1615"/>
                  </a:cubicBezTo>
                  <a:cubicBezTo>
                    <a:pt x="927" y="1404"/>
                    <a:pt x="800" y="1236"/>
                    <a:pt x="703" y="1067"/>
                  </a:cubicBezTo>
                  <a:cubicBezTo>
                    <a:pt x="646" y="983"/>
                    <a:pt x="590" y="913"/>
                    <a:pt x="548" y="829"/>
                  </a:cubicBezTo>
                  <a:cubicBezTo>
                    <a:pt x="450" y="646"/>
                    <a:pt x="379" y="393"/>
                    <a:pt x="491" y="225"/>
                  </a:cubicBezTo>
                  <a:lnTo>
                    <a:pt x="18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5" name="Google Shape;535;p40"/>
            <p:cNvSpPr/>
            <p:nvPr/>
          </p:nvSpPr>
          <p:spPr>
            <a:xfrm>
              <a:off x="7099873" y="964739"/>
              <a:ext cx="472773" cy="364558"/>
            </a:xfrm>
            <a:custGeom>
              <a:rect b="b" l="l" r="r" t="t"/>
              <a:pathLst>
                <a:path extrusionOk="0" h="6768" w="8777">
                  <a:moveTo>
                    <a:pt x="1" y="1"/>
                  </a:moveTo>
                  <a:cubicBezTo>
                    <a:pt x="1" y="380"/>
                    <a:pt x="16" y="830"/>
                    <a:pt x="16" y="1320"/>
                  </a:cubicBezTo>
                  <a:lnTo>
                    <a:pt x="72" y="1685"/>
                  </a:lnTo>
                  <a:lnTo>
                    <a:pt x="184" y="2528"/>
                  </a:lnTo>
                  <a:lnTo>
                    <a:pt x="5785" y="2416"/>
                  </a:lnTo>
                  <a:cubicBezTo>
                    <a:pt x="6361" y="2416"/>
                    <a:pt x="6824" y="2879"/>
                    <a:pt x="6824" y="3454"/>
                  </a:cubicBezTo>
                  <a:lnTo>
                    <a:pt x="6824" y="6768"/>
                  </a:lnTo>
                  <a:lnTo>
                    <a:pt x="8776" y="6768"/>
                  </a:lnTo>
                  <a:lnTo>
                    <a:pt x="8776" y="3342"/>
                  </a:lnTo>
                  <a:cubicBezTo>
                    <a:pt x="8776" y="1714"/>
                    <a:pt x="7457" y="380"/>
                    <a:pt x="5828" y="380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36" name="Google Shape;536;p4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Microbiome Trajectories and Inflammation</a:t>
            </a:r>
            <a:endParaRPr/>
          </a:p>
        </p:txBody>
      </p:sp>
      <p:pic>
        <p:nvPicPr>
          <p:cNvPr id="537" name="Google Shape;537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0500" y="1931375"/>
            <a:ext cx="3078549" cy="2587599"/>
          </a:xfrm>
          <a:prstGeom prst="rect">
            <a:avLst/>
          </a:prstGeom>
          <a:noFill/>
          <a:ln>
            <a:noFill/>
          </a:ln>
        </p:spPr>
      </p:pic>
      <p:sp>
        <p:nvSpPr>
          <p:cNvPr id="538" name="Google Shape;538;p40"/>
          <p:cNvSpPr txBox="1"/>
          <p:nvPr>
            <p:ph idx="4294967295" type="subTitle"/>
          </p:nvPr>
        </p:nvSpPr>
        <p:spPr>
          <a:xfrm>
            <a:off x="3659848" y="2305975"/>
            <a:ext cx="2666700" cy="175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Flares correspond to shifts away from baseline microbiome states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41"/>
          <p:cNvSpPr txBox="1"/>
          <p:nvPr>
            <p:ph type="title"/>
          </p:nvPr>
        </p:nvSpPr>
        <p:spPr>
          <a:xfrm>
            <a:off x="-103450" y="124100"/>
            <a:ext cx="7857000" cy="106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/>
              <a:t>Limitations and Takeaways</a:t>
            </a:r>
            <a:endParaRPr sz="3500"/>
          </a:p>
        </p:txBody>
      </p:sp>
      <p:sp>
        <p:nvSpPr>
          <p:cNvPr id="544" name="Google Shape;544;p41"/>
          <p:cNvSpPr txBox="1"/>
          <p:nvPr>
            <p:ph idx="1" type="subTitle"/>
          </p:nvPr>
        </p:nvSpPr>
        <p:spPr>
          <a:xfrm>
            <a:off x="681875" y="1793025"/>
            <a:ext cx="4800600" cy="247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Correlation does not imply causation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Label timing lag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Sparse and irregular data</a:t>
            </a:r>
            <a:endParaRPr/>
          </a:p>
        </p:txBody>
      </p:sp>
      <p:grpSp>
        <p:nvGrpSpPr>
          <p:cNvPr id="545" name="Google Shape;545;p41"/>
          <p:cNvGrpSpPr/>
          <p:nvPr/>
        </p:nvGrpSpPr>
        <p:grpSpPr>
          <a:xfrm>
            <a:off x="6260397" y="2007671"/>
            <a:ext cx="1731260" cy="1292893"/>
            <a:chOff x="4214150" y="1537825"/>
            <a:chExt cx="518450" cy="387175"/>
          </a:xfrm>
        </p:grpSpPr>
        <p:sp>
          <p:nvSpPr>
            <p:cNvPr id="546" name="Google Shape;546;p41"/>
            <p:cNvSpPr/>
            <p:nvPr/>
          </p:nvSpPr>
          <p:spPr>
            <a:xfrm>
              <a:off x="4221550" y="1544950"/>
              <a:ext cx="503675" cy="376550"/>
            </a:xfrm>
            <a:custGeom>
              <a:rect b="b" l="l" r="r" t="t"/>
              <a:pathLst>
                <a:path extrusionOk="0" h="15062" w="20147">
                  <a:moveTo>
                    <a:pt x="15684" y="0"/>
                  </a:moveTo>
                  <a:cubicBezTo>
                    <a:pt x="15501" y="0"/>
                    <a:pt x="15318" y="13"/>
                    <a:pt x="15135" y="39"/>
                  </a:cubicBezTo>
                  <a:cubicBezTo>
                    <a:pt x="13239" y="305"/>
                    <a:pt x="12116" y="1836"/>
                    <a:pt x="11288" y="3225"/>
                  </a:cubicBezTo>
                  <a:cubicBezTo>
                    <a:pt x="11133" y="3493"/>
                    <a:pt x="10979" y="3759"/>
                    <a:pt x="10811" y="4026"/>
                  </a:cubicBezTo>
                  <a:cubicBezTo>
                    <a:pt x="10333" y="3085"/>
                    <a:pt x="10066" y="2046"/>
                    <a:pt x="10066" y="966"/>
                  </a:cubicBezTo>
                  <a:lnTo>
                    <a:pt x="10066" y="895"/>
                  </a:lnTo>
                  <a:cubicBezTo>
                    <a:pt x="9294" y="1288"/>
                    <a:pt x="8494" y="1625"/>
                    <a:pt x="7735" y="1892"/>
                  </a:cubicBezTo>
                  <a:cubicBezTo>
                    <a:pt x="7876" y="3338"/>
                    <a:pt x="8368" y="4728"/>
                    <a:pt x="9167" y="5949"/>
                  </a:cubicBezTo>
                  <a:cubicBezTo>
                    <a:pt x="8746" y="6273"/>
                    <a:pt x="8269" y="6525"/>
                    <a:pt x="7707" y="6666"/>
                  </a:cubicBezTo>
                  <a:cubicBezTo>
                    <a:pt x="6275" y="7059"/>
                    <a:pt x="4450" y="6722"/>
                    <a:pt x="3383" y="7578"/>
                  </a:cubicBezTo>
                  <a:cubicBezTo>
                    <a:pt x="3158" y="7761"/>
                    <a:pt x="2990" y="7985"/>
                    <a:pt x="2892" y="8223"/>
                  </a:cubicBezTo>
                  <a:cubicBezTo>
                    <a:pt x="1839" y="8800"/>
                    <a:pt x="983" y="9712"/>
                    <a:pt x="547" y="10807"/>
                  </a:cubicBezTo>
                  <a:cubicBezTo>
                    <a:pt x="0" y="12169"/>
                    <a:pt x="84" y="13770"/>
                    <a:pt x="758" y="15061"/>
                  </a:cubicBezTo>
                  <a:cubicBezTo>
                    <a:pt x="927" y="14977"/>
                    <a:pt x="1081" y="14878"/>
                    <a:pt x="1264" y="14794"/>
                  </a:cubicBezTo>
                  <a:cubicBezTo>
                    <a:pt x="1797" y="14513"/>
                    <a:pt x="2344" y="14260"/>
                    <a:pt x="2906" y="14036"/>
                  </a:cubicBezTo>
                  <a:cubicBezTo>
                    <a:pt x="2527" y="13334"/>
                    <a:pt x="2471" y="12435"/>
                    <a:pt x="2765" y="11692"/>
                  </a:cubicBezTo>
                  <a:cubicBezTo>
                    <a:pt x="2920" y="11299"/>
                    <a:pt x="3187" y="10947"/>
                    <a:pt x="3524" y="10653"/>
                  </a:cubicBezTo>
                  <a:cubicBezTo>
                    <a:pt x="3735" y="10891"/>
                    <a:pt x="3973" y="11102"/>
                    <a:pt x="4226" y="11299"/>
                  </a:cubicBezTo>
                  <a:cubicBezTo>
                    <a:pt x="5854" y="12574"/>
                    <a:pt x="8105" y="13214"/>
                    <a:pt x="10348" y="13214"/>
                  </a:cubicBezTo>
                  <a:cubicBezTo>
                    <a:pt x="11761" y="13214"/>
                    <a:pt x="13170" y="12960"/>
                    <a:pt x="14418" y="12450"/>
                  </a:cubicBezTo>
                  <a:cubicBezTo>
                    <a:pt x="17662" y="11144"/>
                    <a:pt x="19753" y="8322"/>
                    <a:pt x="20062" y="5388"/>
                  </a:cubicBezTo>
                  <a:cubicBezTo>
                    <a:pt x="20146" y="4700"/>
                    <a:pt x="20118" y="3984"/>
                    <a:pt x="19936" y="3310"/>
                  </a:cubicBezTo>
                  <a:cubicBezTo>
                    <a:pt x="19809" y="2735"/>
                    <a:pt x="19557" y="2173"/>
                    <a:pt x="19164" y="1681"/>
                  </a:cubicBezTo>
                  <a:cubicBezTo>
                    <a:pt x="18408" y="715"/>
                    <a:pt x="17061" y="0"/>
                    <a:pt x="1568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7" name="Google Shape;547;p41"/>
            <p:cNvSpPr/>
            <p:nvPr/>
          </p:nvSpPr>
          <p:spPr>
            <a:xfrm>
              <a:off x="4214150" y="1589775"/>
              <a:ext cx="246100" cy="335225"/>
            </a:xfrm>
            <a:custGeom>
              <a:rect b="b" l="l" r="r" t="t"/>
              <a:pathLst>
                <a:path extrusionOk="0" h="13409" w="9844">
                  <a:moveTo>
                    <a:pt x="8312" y="0"/>
                  </a:moveTo>
                  <a:cubicBezTo>
                    <a:pt x="8130" y="71"/>
                    <a:pt x="7947" y="127"/>
                    <a:pt x="7765" y="197"/>
                  </a:cubicBezTo>
                  <a:lnTo>
                    <a:pt x="7751" y="197"/>
                  </a:lnTo>
                  <a:cubicBezTo>
                    <a:pt x="7906" y="1573"/>
                    <a:pt x="8355" y="2893"/>
                    <a:pt x="9070" y="4072"/>
                  </a:cubicBezTo>
                  <a:cubicBezTo>
                    <a:pt x="8720" y="4325"/>
                    <a:pt x="8340" y="4493"/>
                    <a:pt x="7919" y="4605"/>
                  </a:cubicBezTo>
                  <a:cubicBezTo>
                    <a:pt x="7414" y="4732"/>
                    <a:pt x="6839" y="4774"/>
                    <a:pt x="6262" y="4817"/>
                  </a:cubicBezTo>
                  <a:cubicBezTo>
                    <a:pt x="5266" y="4886"/>
                    <a:pt x="4241" y="4970"/>
                    <a:pt x="3497" y="5560"/>
                  </a:cubicBezTo>
                  <a:cubicBezTo>
                    <a:pt x="3273" y="5743"/>
                    <a:pt x="3089" y="5968"/>
                    <a:pt x="2964" y="6234"/>
                  </a:cubicBezTo>
                  <a:cubicBezTo>
                    <a:pt x="1869" y="6852"/>
                    <a:pt x="1026" y="7793"/>
                    <a:pt x="577" y="8901"/>
                  </a:cubicBezTo>
                  <a:cubicBezTo>
                    <a:pt x="1" y="10348"/>
                    <a:pt x="100" y="12033"/>
                    <a:pt x="802" y="13409"/>
                  </a:cubicBezTo>
                  <a:cubicBezTo>
                    <a:pt x="970" y="13324"/>
                    <a:pt x="1124" y="13226"/>
                    <a:pt x="1292" y="13128"/>
                  </a:cubicBezTo>
                  <a:cubicBezTo>
                    <a:pt x="675" y="11906"/>
                    <a:pt x="590" y="10404"/>
                    <a:pt x="1096" y="9126"/>
                  </a:cubicBezTo>
                  <a:cubicBezTo>
                    <a:pt x="1504" y="8115"/>
                    <a:pt x="2318" y="7231"/>
                    <a:pt x="3314" y="6683"/>
                  </a:cubicBezTo>
                  <a:lnTo>
                    <a:pt x="3413" y="6642"/>
                  </a:lnTo>
                  <a:lnTo>
                    <a:pt x="3441" y="6543"/>
                  </a:lnTo>
                  <a:cubicBezTo>
                    <a:pt x="3539" y="6333"/>
                    <a:pt x="3679" y="6150"/>
                    <a:pt x="3862" y="6009"/>
                  </a:cubicBezTo>
                  <a:cubicBezTo>
                    <a:pt x="4452" y="5518"/>
                    <a:pt x="5350" y="5462"/>
                    <a:pt x="6305" y="5392"/>
                  </a:cubicBezTo>
                  <a:cubicBezTo>
                    <a:pt x="6895" y="5350"/>
                    <a:pt x="7512" y="5307"/>
                    <a:pt x="8074" y="5153"/>
                  </a:cubicBezTo>
                  <a:cubicBezTo>
                    <a:pt x="8636" y="4998"/>
                    <a:pt x="9155" y="4746"/>
                    <a:pt x="9632" y="4381"/>
                  </a:cubicBezTo>
                  <a:lnTo>
                    <a:pt x="9843" y="4227"/>
                  </a:lnTo>
                  <a:lnTo>
                    <a:pt x="9703" y="4002"/>
                  </a:lnTo>
                  <a:cubicBezTo>
                    <a:pt x="8916" y="2795"/>
                    <a:pt x="8453" y="1419"/>
                    <a:pt x="83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8" name="Google Shape;548;p41"/>
            <p:cNvSpPr/>
            <p:nvPr/>
          </p:nvSpPr>
          <p:spPr>
            <a:xfrm>
              <a:off x="4275925" y="1537825"/>
              <a:ext cx="456675" cy="360500"/>
            </a:xfrm>
            <a:custGeom>
              <a:rect b="b" l="l" r="r" t="t"/>
              <a:pathLst>
                <a:path extrusionOk="0" h="14420" w="18267">
                  <a:moveTo>
                    <a:pt x="13521" y="1"/>
                  </a:moveTo>
                  <a:cubicBezTo>
                    <a:pt x="13310" y="1"/>
                    <a:pt x="13114" y="15"/>
                    <a:pt x="12917" y="43"/>
                  </a:cubicBezTo>
                  <a:cubicBezTo>
                    <a:pt x="10924" y="324"/>
                    <a:pt x="9744" y="1882"/>
                    <a:pt x="8874" y="3370"/>
                  </a:cubicBezTo>
                  <a:cubicBezTo>
                    <a:pt x="8804" y="3482"/>
                    <a:pt x="8748" y="3595"/>
                    <a:pt x="8677" y="3707"/>
                  </a:cubicBezTo>
                  <a:cubicBezTo>
                    <a:pt x="8355" y="2921"/>
                    <a:pt x="8186" y="2078"/>
                    <a:pt x="8172" y="1251"/>
                  </a:cubicBezTo>
                  <a:lnTo>
                    <a:pt x="8172" y="1039"/>
                  </a:lnTo>
                  <a:cubicBezTo>
                    <a:pt x="7990" y="1138"/>
                    <a:pt x="7793" y="1236"/>
                    <a:pt x="7610" y="1320"/>
                  </a:cubicBezTo>
                  <a:cubicBezTo>
                    <a:pt x="7625" y="2387"/>
                    <a:pt x="7891" y="3454"/>
                    <a:pt x="8383" y="4437"/>
                  </a:cubicBezTo>
                  <a:lnTo>
                    <a:pt x="8608" y="4886"/>
                  </a:lnTo>
                  <a:lnTo>
                    <a:pt x="8874" y="4452"/>
                  </a:lnTo>
                  <a:cubicBezTo>
                    <a:pt x="9042" y="4184"/>
                    <a:pt x="9211" y="3918"/>
                    <a:pt x="9366" y="3665"/>
                  </a:cubicBezTo>
                  <a:cubicBezTo>
                    <a:pt x="10165" y="2290"/>
                    <a:pt x="11232" y="858"/>
                    <a:pt x="13001" y="605"/>
                  </a:cubicBezTo>
                  <a:cubicBezTo>
                    <a:pt x="13170" y="577"/>
                    <a:pt x="13338" y="577"/>
                    <a:pt x="13521" y="577"/>
                  </a:cubicBezTo>
                  <a:cubicBezTo>
                    <a:pt x="14742" y="577"/>
                    <a:pt x="16020" y="1180"/>
                    <a:pt x="16764" y="2135"/>
                  </a:cubicBezTo>
                  <a:cubicBezTo>
                    <a:pt x="17101" y="2584"/>
                    <a:pt x="17354" y="3089"/>
                    <a:pt x="17494" y="3665"/>
                  </a:cubicBezTo>
                  <a:cubicBezTo>
                    <a:pt x="17649" y="4255"/>
                    <a:pt x="17691" y="4929"/>
                    <a:pt x="17606" y="5644"/>
                  </a:cubicBezTo>
                  <a:cubicBezTo>
                    <a:pt x="17284" y="8579"/>
                    <a:pt x="15150" y="11260"/>
                    <a:pt x="12146" y="12482"/>
                  </a:cubicBezTo>
                  <a:cubicBezTo>
                    <a:pt x="10952" y="12960"/>
                    <a:pt x="9576" y="13212"/>
                    <a:pt x="8172" y="13212"/>
                  </a:cubicBezTo>
                  <a:cubicBezTo>
                    <a:pt x="5897" y="13212"/>
                    <a:pt x="3735" y="12538"/>
                    <a:pt x="2234" y="11359"/>
                  </a:cubicBezTo>
                  <a:cubicBezTo>
                    <a:pt x="1966" y="11163"/>
                    <a:pt x="1742" y="10951"/>
                    <a:pt x="1560" y="10755"/>
                  </a:cubicBezTo>
                  <a:lnTo>
                    <a:pt x="1377" y="10545"/>
                  </a:lnTo>
                  <a:lnTo>
                    <a:pt x="1167" y="10727"/>
                  </a:lnTo>
                  <a:cubicBezTo>
                    <a:pt x="787" y="11050"/>
                    <a:pt x="493" y="11443"/>
                    <a:pt x="324" y="11878"/>
                  </a:cubicBezTo>
                  <a:cubicBezTo>
                    <a:pt x="1" y="12679"/>
                    <a:pt x="71" y="13647"/>
                    <a:pt x="465" y="14420"/>
                  </a:cubicBezTo>
                  <a:cubicBezTo>
                    <a:pt x="647" y="14349"/>
                    <a:pt x="815" y="14279"/>
                    <a:pt x="998" y="14209"/>
                  </a:cubicBezTo>
                  <a:cubicBezTo>
                    <a:pt x="647" y="13577"/>
                    <a:pt x="577" y="12763"/>
                    <a:pt x="843" y="12089"/>
                  </a:cubicBezTo>
                  <a:cubicBezTo>
                    <a:pt x="955" y="11822"/>
                    <a:pt x="1124" y="11569"/>
                    <a:pt x="1335" y="11344"/>
                  </a:cubicBezTo>
                  <a:cubicBezTo>
                    <a:pt x="1504" y="11499"/>
                    <a:pt x="1685" y="11653"/>
                    <a:pt x="1882" y="11808"/>
                  </a:cubicBezTo>
                  <a:cubicBezTo>
                    <a:pt x="3483" y="13072"/>
                    <a:pt x="5772" y="13787"/>
                    <a:pt x="8172" y="13787"/>
                  </a:cubicBezTo>
                  <a:cubicBezTo>
                    <a:pt x="9646" y="13787"/>
                    <a:pt x="11092" y="13521"/>
                    <a:pt x="12356" y="13001"/>
                  </a:cubicBezTo>
                  <a:cubicBezTo>
                    <a:pt x="15543" y="11710"/>
                    <a:pt x="17831" y="8845"/>
                    <a:pt x="18168" y="5715"/>
                  </a:cubicBezTo>
                  <a:cubicBezTo>
                    <a:pt x="18267" y="4914"/>
                    <a:pt x="18211" y="4171"/>
                    <a:pt x="18042" y="3525"/>
                  </a:cubicBezTo>
                  <a:cubicBezTo>
                    <a:pt x="17887" y="2879"/>
                    <a:pt x="17606" y="2290"/>
                    <a:pt x="17213" y="1784"/>
                  </a:cubicBezTo>
                  <a:cubicBezTo>
                    <a:pt x="16371" y="703"/>
                    <a:pt x="14911" y="1"/>
                    <a:pt x="1352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9" name="Google Shape;549;p41"/>
            <p:cNvSpPr/>
            <p:nvPr/>
          </p:nvSpPr>
          <p:spPr>
            <a:xfrm>
              <a:off x="4419125" y="1655050"/>
              <a:ext cx="175900" cy="213850"/>
            </a:xfrm>
            <a:custGeom>
              <a:rect b="b" l="l" r="r" t="t"/>
              <a:pathLst>
                <a:path extrusionOk="0" h="8554" w="7036">
                  <a:moveTo>
                    <a:pt x="3610" y="1"/>
                  </a:moveTo>
                  <a:cubicBezTo>
                    <a:pt x="2809" y="380"/>
                    <a:pt x="1994" y="984"/>
                    <a:pt x="2247" y="2599"/>
                  </a:cubicBezTo>
                  <a:cubicBezTo>
                    <a:pt x="2346" y="3160"/>
                    <a:pt x="2290" y="3413"/>
                    <a:pt x="2135" y="3469"/>
                  </a:cubicBezTo>
                  <a:cubicBezTo>
                    <a:pt x="2163" y="2865"/>
                    <a:pt x="1419" y="2416"/>
                    <a:pt x="1139" y="2121"/>
                  </a:cubicBezTo>
                  <a:lnTo>
                    <a:pt x="1139" y="2121"/>
                  </a:lnTo>
                  <a:cubicBezTo>
                    <a:pt x="1251" y="2359"/>
                    <a:pt x="1405" y="2612"/>
                    <a:pt x="1433" y="2879"/>
                  </a:cubicBezTo>
                  <a:cubicBezTo>
                    <a:pt x="1504" y="3876"/>
                    <a:pt x="914" y="3707"/>
                    <a:pt x="746" y="4999"/>
                  </a:cubicBezTo>
                  <a:cubicBezTo>
                    <a:pt x="675" y="4662"/>
                    <a:pt x="465" y="4437"/>
                    <a:pt x="1" y="4255"/>
                  </a:cubicBezTo>
                  <a:lnTo>
                    <a:pt x="1" y="4255"/>
                  </a:lnTo>
                  <a:cubicBezTo>
                    <a:pt x="226" y="4452"/>
                    <a:pt x="310" y="4733"/>
                    <a:pt x="212" y="4999"/>
                  </a:cubicBezTo>
                  <a:cubicBezTo>
                    <a:pt x="100" y="5308"/>
                    <a:pt x="1" y="5617"/>
                    <a:pt x="15" y="5954"/>
                  </a:cubicBezTo>
                  <a:cubicBezTo>
                    <a:pt x="44" y="6614"/>
                    <a:pt x="422" y="7273"/>
                    <a:pt x="970" y="7779"/>
                  </a:cubicBezTo>
                  <a:cubicBezTo>
                    <a:pt x="1313" y="8107"/>
                    <a:pt x="2460" y="8554"/>
                    <a:pt x="3689" y="8554"/>
                  </a:cubicBezTo>
                  <a:cubicBezTo>
                    <a:pt x="4775" y="8554"/>
                    <a:pt x="5924" y="8205"/>
                    <a:pt x="6642" y="7119"/>
                  </a:cubicBezTo>
                  <a:cubicBezTo>
                    <a:pt x="7035" y="6543"/>
                    <a:pt x="6964" y="5729"/>
                    <a:pt x="6783" y="5070"/>
                  </a:cubicBezTo>
                  <a:cubicBezTo>
                    <a:pt x="6670" y="4634"/>
                    <a:pt x="6347" y="4269"/>
                    <a:pt x="6221" y="3834"/>
                  </a:cubicBezTo>
                  <a:cubicBezTo>
                    <a:pt x="6137" y="3483"/>
                    <a:pt x="6249" y="3174"/>
                    <a:pt x="6515" y="2907"/>
                  </a:cubicBezTo>
                  <a:lnTo>
                    <a:pt x="6515" y="2907"/>
                  </a:lnTo>
                  <a:cubicBezTo>
                    <a:pt x="5729" y="3244"/>
                    <a:pt x="5687" y="3539"/>
                    <a:pt x="5645" y="3904"/>
                  </a:cubicBezTo>
                  <a:cubicBezTo>
                    <a:pt x="5392" y="2767"/>
                    <a:pt x="3904" y="2374"/>
                    <a:pt x="5098" y="1082"/>
                  </a:cubicBezTo>
                  <a:lnTo>
                    <a:pt x="5098" y="1082"/>
                  </a:lnTo>
                  <a:cubicBezTo>
                    <a:pt x="4662" y="1208"/>
                    <a:pt x="4227" y="1377"/>
                    <a:pt x="3988" y="1728"/>
                  </a:cubicBezTo>
                  <a:cubicBezTo>
                    <a:pt x="3890" y="1882"/>
                    <a:pt x="3862" y="2065"/>
                    <a:pt x="3862" y="2234"/>
                  </a:cubicBezTo>
                  <a:cubicBezTo>
                    <a:pt x="3553" y="2065"/>
                    <a:pt x="3273" y="1840"/>
                    <a:pt x="3160" y="1532"/>
                  </a:cubicBezTo>
                  <a:cubicBezTo>
                    <a:pt x="2977" y="998"/>
                    <a:pt x="3286" y="437"/>
                    <a:pt x="361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0" name="Google Shape;550;p41"/>
            <p:cNvSpPr/>
            <p:nvPr/>
          </p:nvSpPr>
          <p:spPr>
            <a:xfrm>
              <a:off x="4453900" y="1727725"/>
              <a:ext cx="115850" cy="141275"/>
            </a:xfrm>
            <a:custGeom>
              <a:rect b="b" l="l" r="r" t="t"/>
              <a:pathLst>
                <a:path extrusionOk="0" h="5651" w="4634">
                  <a:moveTo>
                    <a:pt x="2372" y="0"/>
                  </a:moveTo>
                  <a:lnTo>
                    <a:pt x="2372" y="0"/>
                  </a:lnTo>
                  <a:cubicBezTo>
                    <a:pt x="1854" y="253"/>
                    <a:pt x="1320" y="646"/>
                    <a:pt x="1489" y="1713"/>
                  </a:cubicBezTo>
                  <a:cubicBezTo>
                    <a:pt x="1545" y="2092"/>
                    <a:pt x="1517" y="2260"/>
                    <a:pt x="1404" y="2288"/>
                  </a:cubicBezTo>
                  <a:cubicBezTo>
                    <a:pt x="1432" y="1895"/>
                    <a:pt x="940" y="1601"/>
                    <a:pt x="744" y="1404"/>
                  </a:cubicBezTo>
                  <a:lnTo>
                    <a:pt x="744" y="1404"/>
                  </a:lnTo>
                  <a:cubicBezTo>
                    <a:pt x="828" y="1558"/>
                    <a:pt x="927" y="1727"/>
                    <a:pt x="940" y="1910"/>
                  </a:cubicBezTo>
                  <a:cubicBezTo>
                    <a:pt x="997" y="2569"/>
                    <a:pt x="603" y="2443"/>
                    <a:pt x="491" y="3299"/>
                  </a:cubicBezTo>
                  <a:cubicBezTo>
                    <a:pt x="450" y="3075"/>
                    <a:pt x="309" y="2921"/>
                    <a:pt x="0" y="2808"/>
                  </a:cubicBezTo>
                  <a:lnTo>
                    <a:pt x="0" y="2808"/>
                  </a:lnTo>
                  <a:cubicBezTo>
                    <a:pt x="154" y="2949"/>
                    <a:pt x="210" y="3131"/>
                    <a:pt x="141" y="3299"/>
                  </a:cubicBezTo>
                  <a:cubicBezTo>
                    <a:pt x="70" y="3510"/>
                    <a:pt x="0" y="3707"/>
                    <a:pt x="14" y="3932"/>
                  </a:cubicBezTo>
                  <a:cubicBezTo>
                    <a:pt x="28" y="4366"/>
                    <a:pt x="281" y="4802"/>
                    <a:pt x="646" y="5139"/>
                  </a:cubicBezTo>
                  <a:cubicBezTo>
                    <a:pt x="870" y="5355"/>
                    <a:pt x="1629" y="5651"/>
                    <a:pt x="2440" y="5651"/>
                  </a:cubicBezTo>
                  <a:cubicBezTo>
                    <a:pt x="3156" y="5651"/>
                    <a:pt x="3913" y="5421"/>
                    <a:pt x="4381" y="4703"/>
                  </a:cubicBezTo>
                  <a:cubicBezTo>
                    <a:pt x="4633" y="4325"/>
                    <a:pt x="4605" y="3777"/>
                    <a:pt x="4478" y="3355"/>
                  </a:cubicBezTo>
                  <a:cubicBezTo>
                    <a:pt x="4409" y="3061"/>
                    <a:pt x="4184" y="2822"/>
                    <a:pt x="4100" y="2541"/>
                  </a:cubicBezTo>
                  <a:cubicBezTo>
                    <a:pt x="4057" y="2303"/>
                    <a:pt x="4128" y="2092"/>
                    <a:pt x="4296" y="1923"/>
                  </a:cubicBezTo>
                  <a:lnTo>
                    <a:pt x="4296" y="1923"/>
                  </a:lnTo>
                  <a:cubicBezTo>
                    <a:pt x="3776" y="2134"/>
                    <a:pt x="3748" y="2345"/>
                    <a:pt x="3735" y="2584"/>
                  </a:cubicBezTo>
                  <a:cubicBezTo>
                    <a:pt x="3566" y="1826"/>
                    <a:pt x="2584" y="1573"/>
                    <a:pt x="3370" y="716"/>
                  </a:cubicBezTo>
                  <a:lnTo>
                    <a:pt x="3370" y="716"/>
                  </a:lnTo>
                  <a:cubicBezTo>
                    <a:pt x="3074" y="800"/>
                    <a:pt x="2794" y="912"/>
                    <a:pt x="2640" y="1137"/>
                  </a:cubicBezTo>
                  <a:cubicBezTo>
                    <a:pt x="2569" y="1249"/>
                    <a:pt x="2541" y="1362"/>
                    <a:pt x="2556" y="1474"/>
                  </a:cubicBezTo>
                  <a:cubicBezTo>
                    <a:pt x="2344" y="1362"/>
                    <a:pt x="2162" y="1208"/>
                    <a:pt x="2092" y="1011"/>
                  </a:cubicBezTo>
                  <a:cubicBezTo>
                    <a:pt x="1966" y="660"/>
                    <a:pt x="2176" y="295"/>
                    <a:pt x="237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1" name="Google Shape;551;p41"/>
            <p:cNvSpPr/>
            <p:nvPr/>
          </p:nvSpPr>
          <p:spPr>
            <a:xfrm>
              <a:off x="4481275" y="1789825"/>
              <a:ext cx="64600" cy="78700"/>
            </a:xfrm>
            <a:custGeom>
              <a:rect b="b" l="l" r="r" t="t"/>
              <a:pathLst>
                <a:path extrusionOk="0" h="3148" w="2584">
                  <a:moveTo>
                    <a:pt x="1320" y="1"/>
                  </a:moveTo>
                  <a:cubicBezTo>
                    <a:pt x="1025" y="141"/>
                    <a:pt x="730" y="366"/>
                    <a:pt x="828" y="956"/>
                  </a:cubicBezTo>
                  <a:cubicBezTo>
                    <a:pt x="856" y="1167"/>
                    <a:pt x="843" y="1264"/>
                    <a:pt x="787" y="1279"/>
                  </a:cubicBezTo>
                  <a:cubicBezTo>
                    <a:pt x="787" y="1068"/>
                    <a:pt x="519" y="899"/>
                    <a:pt x="407" y="787"/>
                  </a:cubicBezTo>
                  <a:lnTo>
                    <a:pt x="407" y="787"/>
                  </a:lnTo>
                  <a:cubicBezTo>
                    <a:pt x="463" y="871"/>
                    <a:pt x="519" y="970"/>
                    <a:pt x="519" y="1068"/>
                  </a:cubicBezTo>
                  <a:cubicBezTo>
                    <a:pt x="547" y="1433"/>
                    <a:pt x="337" y="1363"/>
                    <a:pt x="267" y="1841"/>
                  </a:cubicBezTo>
                  <a:cubicBezTo>
                    <a:pt x="239" y="1714"/>
                    <a:pt x="169" y="1630"/>
                    <a:pt x="0" y="1573"/>
                  </a:cubicBezTo>
                  <a:lnTo>
                    <a:pt x="0" y="1573"/>
                  </a:lnTo>
                  <a:cubicBezTo>
                    <a:pt x="70" y="1644"/>
                    <a:pt x="113" y="1742"/>
                    <a:pt x="70" y="1841"/>
                  </a:cubicBezTo>
                  <a:cubicBezTo>
                    <a:pt x="29" y="1966"/>
                    <a:pt x="0" y="2065"/>
                    <a:pt x="0" y="2191"/>
                  </a:cubicBezTo>
                  <a:cubicBezTo>
                    <a:pt x="14" y="2444"/>
                    <a:pt x="154" y="2683"/>
                    <a:pt x="351" y="2865"/>
                  </a:cubicBezTo>
                  <a:cubicBezTo>
                    <a:pt x="478" y="2984"/>
                    <a:pt x="903" y="3148"/>
                    <a:pt x="1357" y="3148"/>
                  </a:cubicBezTo>
                  <a:cubicBezTo>
                    <a:pt x="1758" y="3148"/>
                    <a:pt x="2180" y="3021"/>
                    <a:pt x="2443" y="2627"/>
                  </a:cubicBezTo>
                  <a:cubicBezTo>
                    <a:pt x="2584" y="2416"/>
                    <a:pt x="2556" y="2107"/>
                    <a:pt x="2499" y="1869"/>
                  </a:cubicBezTo>
                  <a:cubicBezTo>
                    <a:pt x="2443" y="1714"/>
                    <a:pt x="2331" y="1573"/>
                    <a:pt x="2288" y="1419"/>
                  </a:cubicBezTo>
                  <a:cubicBezTo>
                    <a:pt x="2247" y="1293"/>
                    <a:pt x="2303" y="1167"/>
                    <a:pt x="2387" y="1068"/>
                  </a:cubicBezTo>
                  <a:lnTo>
                    <a:pt x="2387" y="1068"/>
                  </a:lnTo>
                  <a:cubicBezTo>
                    <a:pt x="2106" y="1195"/>
                    <a:pt x="2092" y="1307"/>
                    <a:pt x="2078" y="1448"/>
                  </a:cubicBezTo>
                  <a:cubicBezTo>
                    <a:pt x="1979" y="1026"/>
                    <a:pt x="1432" y="871"/>
                    <a:pt x="1867" y="409"/>
                  </a:cubicBezTo>
                  <a:lnTo>
                    <a:pt x="1867" y="409"/>
                  </a:lnTo>
                  <a:cubicBezTo>
                    <a:pt x="1713" y="450"/>
                    <a:pt x="1545" y="506"/>
                    <a:pt x="1461" y="647"/>
                  </a:cubicBezTo>
                  <a:cubicBezTo>
                    <a:pt x="1432" y="703"/>
                    <a:pt x="1418" y="759"/>
                    <a:pt x="1418" y="830"/>
                  </a:cubicBezTo>
                  <a:cubicBezTo>
                    <a:pt x="1306" y="759"/>
                    <a:pt x="1208" y="675"/>
                    <a:pt x="1165" y="563"/>
                  </a:cubicBezTo>
                  <a:cubicBezTo>
                    <a:pt x="1096" y="366"/>
                    <a:pt x="1208" y="169"/>
                    <a:pt x="132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42"/>
          <p:cNvSpPr txBox="1"/>
          <p:nvPr>
            <p:ph type="title"/>
          </p:nvPr>
        </p:nvSpPr>
        <p:spPr>
          <a:xfrm>
            <a:off x="2467050" y="1307100"/>
            <a:ext cx="4209900" cy="252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you!</a:t>
            </a:r>
            <a:endParaRPr/>
          </a:p>
        </p:txBody>
      </p:sp>
      <p:grpSp>
        <p:nvGrpSpPr>
          <p:cNvPr id="557" name="Google Shape;557;p42"/>
          <p:cNvGrpSpPr/>
          <p:nvPr/>
        </p:nvGrpSpPr>
        <p:grpSpPr>
          <a:xfrm flipH="1" rot="-10609246">
            <a:off x="560650" y="2183685"/>
            <a:ext cx="1777828" cy="2648566"/>
            <a:chOff x="5052650" y="1340575"/>
            <a:chExt cx="675325" cy="1006083"/>
          </a:xfrm>
        </p:grpSpPr>
        <p:sp>
          <p:nvSpPr>
            <p:cNvPr id="558" name="Google Shape;558;p42"/>
            <p:cNvSpPr/>
            <p:nvPr/>
          </p:nvSpPr>
          <p:spPr>
            <a:xfrm>
              <a:off x="5052650" y="1340575"/>
              <a:ext cx="675325" cy="681650"/>
            </a:xfrm>
            <a:custGeom>
              <a:rect b="b" l="l" r="r" t="t"/>
              <a:pathLst>
                <a:path extrusionOk="0" h="27266" w="27013">
                  <a:moveTo>
                    <a:pt x="12537" y="1"/>
                  </a:moveTo>
                  <a:cubicBezTo>
                    <a:pt x="11793" y="1"/>
                    <a:pt x="11021" y="197"/>
                    <a:pt x="10221" y="562"/>
                  </a:cubicBezTo>
                  <a:cubicBezTo>
                    <a:pt x="7932" y="1657"/>
                    <a:pt x="6051" y="3904"/>
                    <a:pt x="6584" y="6389"/>
                  </a:cubicBezTo>
                  <a:lnTo>
                    <a:pt x="6528" y="6389"/>
                  </a:lnTo>
                  <a:cubicBezTo>
                    <a:pt x="4563" y="6389"/>
                    <a:pt x="2640" y="7372"/>
                    <a:pt x="1488" y="8958"/>
                  </a:cubicBezTo>
                  <a:cubicBezTo>
                    <a:pt x="323" y="10573"/>
                    <a:pt x="0" y="12748"/>
                    <a:pt x="646" y="14616"/>
                  </a:cubicBezTo>
                  <a:cubicBezTo>
                    <a:pt x="1053" y="15809"/>
                    <a:pt x="2681" y="17044"/>
                    <a:pt x="2681" y="17044"/>
                  </a:cubicBezTo>
                  <a:cubicBezTo>
                    <a:pt x="927" y="18308"/>
                    <a:pt x="1769" y="20414"/>
                    <a:pt x="2962" y="21411"/>
                  </a:cubicBezTo>
                  <a:cubicBezTo>
                    <a:pt x="2962" y="21411"/>
                    <a:pt x="2204" y="24345"/>
                    <a:pt x="4029" y="25707"/>
                  </a:cubicBezTo>
                  <a:cubicBezTo>
                    <a:pt x="4619" y="26142"/>
                    <a:pt x="5363" y="26297"/>
                    <a:pt x="6079" y="26297"/>
                  </a:cubicBezTo>
                  <a:cubicBezTo>
                    <a:pt x="7610" y="26297"/>
                    <a:pt x="9098" y="25637"/>
                    <a:pt x="9098" y="25637"/>
                  </a:cubicBezTo>
                  <a:cubicBezTo>
                    <a:pt x="10726" y="26662"/>
                    <a:pt x="12340" y="27265"/>
                    <a:pt x="13927" y="27265"/>
                  </a:cubicBezTo>
                  <a:cubicBezTo>
                    <a:pt x="15541" y="27265"/>
                    <a:pt x="17128" y="26662"/>
                    <a:pt x="18714" y="25258"/>
                  </a:cubicBezTo>
                  <a:cubicBezTo>
                    <a:pt x="19038" y="25384"/>
                    <a:pt x="19501" y="25483"/>
                    <a:pt x="20021" y="25483"/>
                  </a:cubicBezTo>
                  <a:cubicBezTo>
                    <a:pt x="22042" y="25483"/>
                    <a:pt x="24906" y="24177"/>
                    <a:pt x="24485" y="19375"/>
                  </a:cubicBezTo>
                  <a:cubicBezTo>
                    <a:pt x="26002" y="18729"/>
                    <a:pt x="27012" y="17087"/>
                    <a:pt x="26914" y="15444"/>
                  </a:cubicBezTo>
                  <a:cubicBezTo>
                    <a:pt x="26816" y="13802"/>
                    <a:pt x="25608" y="12286"/>
                    <a:pt x="24036" y="11836"/>
                  </a:cubicBezTo>
                  <a:cubicBezTo>
                    <a:pt x="25524" y="9800"/>
                    <a:pt x="25693" y="6894"/>
                    <a:pt x="24457" y="4704"/>
                  </a:cubicBezTo>
                  <a:cubicBezTo>
                    <a:pt x="23362" y="2739"/>
                    <a:pt x="19684" y="1938"/>
                    <a:pt x="17114" y="1938"/>
                  </a:cubicBezTo>
                  <a:cubicBezTo>
                    <a:pt x="16820" y="1938"/>
                    <a:pt x="16524" y="1953"/>
                    <a:pt x="16258" y="1981"/>
                  </a:cubicBezTo>
                  <a:cubicBezTo>
                    <a:pt x="15233" y="674"/>
                    <a:pt x="13941" y="1"/>
                    <a:pt x="1253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9" name="Google Shape;559;p42"/>
            <p:cNvSpPr/>
            <p:nvPr/>
          </p:nvSpPr>
          <p:spPr>
            <a:xfrm>
              <a:off x="5309900" y="2066775"/>
              <a:ext cx="140425" cy="140425"/>
            </a:xfrm>
            <a:custGeom>
              <a:rect b="b" l="l" r="r" t="t"/>
              <a:pathLst>
                <a:path extrusionOk="0" h="5617" w="5617">
                  <a:moveTo>
                    <a:pt x="2809" y="1"/>
                  </a:moveTo>
                  <a:cubicBezTo>
                    <a:pt x="1251" y="1"/>
                    <a:pt x="1" y="1264"/>
                    <a:pt x="1" y="2809"/>
                  </a:cubicBezTo>
                  <a:cubicBezTo>
                    <a:pt x="1" y="4367"/>
                    <a:pt x="1251" y="5617"/>
                    <a:pt x="2809" y="5617"/>
                  </a:cubicBezTo>
                  <a:cubicBezTo>
                    <a:pt x="4368" y="5617"/>
                    <a:pt x="5616" y="4367"/>
                    <a:pt x="5616" y="2809"/>
                  </a:cubicBezTo>
                  <a:cubicBezTo>
                    <a:pt x="5616" y="1264"/>
                    <a:pt x="4368" y="1"/>
                    <a:pt x="280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0" name="Google Shape;560;p42"/>
            <p:cNvSpPr/>
            <p:nvPr/>
          </p:nvSpPr>
          <p:spPr>
            <a:xfrm>
              <a:off x="5472809" y="2253959"/>
              <a:ext cx="92688" cy="92699"/>
            </a:xfrm>
            <a:custGeom>
              <a:rect b="b" l="l" r="r" t="t"/>
              <a:pathLst>
                <a:path extrusionOk="0" h="4438" w="4438">
                  <a:moveTo>
                    <a:pt x="2219" y="1"/>
                  </a:moveTo>
                  <a:cubicBezTo>
                    <a:pt x="998" y="1"/>
                    <a:pt x="1" y="998"/>
                    <a:pt x="1" y="2219"/>
                  </a:cubicBezTo>
                  <a:cubicBezTo>
                    <a:pt x="1" y="3441"/>
                    <a:pt x="998" y="4437"/>
                    <a:pt x="2219" y="4437"/>
                  </a:cubicBezTo>
                  <a:cubicBezTo>
                    <a:pt x="3441" y="4437"/>
                    <a:pt x="4437" y="3441"/>
                    <a:pt x="4437" y="2219"/>
                  </a:cubicBezTo>
                  <a:cubicBezTo>
                    <a:pt x="4437" y="998"/>
                    <a:pt x="3441" y="1"/>
                    <a:pt x="221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61" name="Google Shape;561;p42"/>
          <p:cNvGrpSpPr/>
          <p:nvPr/>
        </p:nvGrpSpPr>
        <p:grpSpPr>
          <a:xfrm flipH="1" rot="1287258">
            <a:off x="6773665" y="345180"/>
            <a:ext cx="1823656" cy="2716839"/>
            <a:chOff x="5052650" y="1340575"/>
            <a:chExt cx="675325" cy="1006083"/>
          </a:xfrm>
        </p:grpSpPr>
        <p:sp>
          <p:nvSpPr>
            <p:cNvPr id="562" name="Google Shape;562;p42"/>
            <p:cNvSpPr/>
            <p:nvPr/>
          </p:nvSpPr>
          <p:spPr>
            <a:xfrm>
              <a:off x="5052650" y="1340575"/>
              <a:ext cx="675325" cy="681650"/>
            </a:xfrm>
            <a:custGeom>
              <a:rect b="b" l="l" r="r" t="t"/>
              <a:pathLst>
                <a:path extrusionOk="0" h="27266" w="27013">
                  <a:moveTo>
                    <a:pt x="12537" y="1"/>
                  </a:moveTo>
                  <a:cubicBezTo>
                    <a:pt x="11793" y="1"/>
                    <a:pt x="11021" y="197"/>
                    <a:pt x="10221" y="562"/>
                  </a:cubicBezTo>
                  <a:cubicBezTo>
                    <a:pt x="7932" y="1657"/>
                    <a:pt x="6051" y="3904"/>
                    <a:pt x="6584" y="6389"/>
                  </a:cubicBezTo>
                  <a:lnTo>
                    <a:pt x="6528" y="6389"/>
                  </a:lnTo>
                  <a:cubicBezTo>
                    <a:pt x="4563" y="6389"/>
                    <a:pt x="2640" y="7372"/>
                    <a:pt x="1488" y="8958"/>
                  </a:cubicBezTo>
                  <a:cubicBezTo>
                    <a:pt x="323" y="10573"/>
                    <a:pt x="0" y="12748"/>
                    <a:pt x="646" y="14616"/>
                  </a:cubicBezTo>
                  <a:cubicBezTo>
                    <a:pt x="1053" y="15809"/>
                    <a:pt x="2681" y="17044"/>
                    <a:pt x="2681" y="17044"/>
                  </a:cubicBezTo>
                  <a:cubicBezTo>
                    <a:pt x="927" y="18308"/>
                    <a:pt x="1769" y="20414"/>
                    <a:pt x="2962" y="21411"/>
                  </a:cubicBezTo>
                  <a:cubicBezTo>
                    <a:pt x="2962" y="21411"/>
                    <a:pt x="2204" y="24345"/>
                    <a:pt x="4029" y="25707"/>
                  </a:cubicBezTo>
                  <a:cubicBezTo>
                    <a:pt x="4619" y="26142"/>
                    <a:pt x="5363" y="26297"/>
                    <a:pt x="6079" y="26297"/>
                  </a:cubicBezTo>
                  <a:cubicBezTo>
                    <a:pt x="7610" y="26297"/>
                    <a:pt x="9098" y="25637"/>
                    <a:pt x="9098" y="25637"/>
                  </a:cubicBezTo>
                  <a:cubicBezTo>
                    <a:pt x="10726" y="26662"/>
                    <a:pt x="12340" y="27265"/>
                    <a:pt x="13927" y="27265"/>
                  </a:cubicBezTo>
                  <a:cubicBezTo>
                    <a:pt x="15541" y="27265"/>
                    <a:pt x="17128" y="26662"/>
                    <a:pt x="18714" y="25258"/>
                  </a:cubicBezTo>
                  <a:cubicBezTo>
                    <a:pt x="19038" y="25384"/>
                    <a:pt x="19501" y="25483"/>
                    <a:pt x="20021" y="25483"/>
                  </a:cubicBezTo>
                  <a:cubicBezTo>
                    <a:pt x="22042" y="25483"/>
                    <a:pt x="24906" y="24177"/>
                    <a:pt x="24485" y="19375"/>
                  </a:cubicBezTo>
                  <a:cubicBezTo>
                    <a:pt x="26002" y="18729"/>
                    <a:pt x="27012" y="17087"/>
                    <a:pt x="26914" y="15444"/>
                  </a:cubicBezTo>
                  <a:cubicBezTo>
                    <a:pt x="26816" y="13802"/>
                    <a:pt x="25608" y="12286"/>
                    <a:pt x="24036" y="11836"/>
                  </a:cubicBezTo>
                  <a:cubicBezTo>
                    <a:pt x="25524" y="9800"/>
                    <a:pt x="25693" y="6894"/>
                    <a:pt x="24457" y="4704"/>
                  </a:cubicBezTo>
                  <a:cubicBezTo>
                    <a:pt x="23362" y="2739"/>
                    <a:pt x="19684" y="1938"/>
                    <a:pt x="17114" y="1938"/>
                  </a:cubicBezTo>
                  <a:cubicBezTo>
                    <a:pt x="16820" y="1938"/>
                    <a:pt x="16524" y="1953"/>
                    <a:pt x="16258" y="1981"/>
                  </a:cubicBezTo>
                  <a:cubicBezTo>
                    <a:pt x="15233" y="674"/>
                    <a:pt x="13941" y="1"/>
                    <a:pt x="1253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3" name="Google Shape;563;p42"/>
            <p:cNvSpPr/>
            <p:nvPr/>
          </p:nvSpPr>
          <p:spPr>
            <a:xfrm>
              <a:off x="5309900" y="2066775"/>
              <a:ext cx="140425" cy="140425"/>
            </a:xfrm>
            <a:custGeom>
              <a:rect b="b" l="l" r="r" t="t"/>
              <a:pathLst>
                <a:path extrusionOk="0" h="5617" w="5617">
                  <a:moveTo>
                    <a:pt x="2809" y="1"/>
                  </a:moveTo>
                  <a:cubicBezTo>
                    <a:pt x="1251" y="1"/>
                    <a:pt x="1" y="1264"/>
                    <a:pt x="1" y="2809"/>
                  </a:cubicBezTo>
                  <a:cubicBezTo>
                    <a:pt x="1" y="4367"/>
                    <a:pt x="1251" y="5617"/>
                    <a:pt x="2809" y="5617"/>
                  </a:cubicBezTo>
                  <a:cubicBezTo>
                    <a:pt x="4368" y="5617"/>
                    <a:pt x="5616" y="4367"/>
                    <a:pt x="5616" y="2809"/>
                  </a:cubicBezTo>
                  <a:cubicBezTo>
                    <a:pt x="5616" y="1264"/>
                    <a:pt x="4368" y="1"/>
                    <a:pt x="280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4" name="Google Shape;564;p42"/>
            <p:cNvSpPr/>
            <p:nvPr/>
          </p:nvSpPr>
          <p:spPr>
            <a:xfrm>
              <a:off x="5472809" y="2253959"/>
              <a:ext cx="92688" cy="92699"/>
            </a:xfrm>
            <a:custGeom>
              <a:rect b="b" l="l" r="r" t="t"/>
              <a:pathLst>
                <a:path extrusionOk="0" h="4438" w="4438">
                  <a:moveTo>
                    <a:pt x="2219" y="1"/>
                  </a:moveTo>
                  <a:cubicBezTo>
                    <a:pt x="998" y="1"/>
                    <a:pt x="1" y="998"/>
                    <a:pt x="1" y="2219"/>
                  </a:cubicBezTo>
                  <a:cubicBezTo>
                    <a:pt x="1" y="3441"/>
                    <a:pt x="998" y="4437"/>
                    <a:pt x="2219" y="4437"/>
                  </a:cubicBezTo>
                  <a:cubicBezTo>
                    <a:pt x="3441" y="4437"/>
                    <a:pt x="4437" y="3441"/>
                    <a:pt x="4437" y="2219"/>
                  </a:cubicBezTo>
                  <a:cubicBezTo>
                    <a:pt x="4437" y="998"/>
                    <a:pt x="3441" y="1"/>
                    <a:pt x="221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65" name="Google Shape;565;p42"/>
          <p:cNvGrpSpPr/>
          <p:nvPr/>
        </p:nvGrpSpPr>
        <p:grpSpPr>
          <a:xfrm>
            <a:off x="1014567" y="3525653"/>
            <a:ext cx="870003" cy="770183"/>
            <a:chOff x="3967250" y="3787050"/>
            <a:chExt cx="442975" cy="392150"/>
          </a:xfrm>
        </p:grpSpPr>
        <p:sp>
          <p:nvSpPr>
            <p:cNvPr id="566" name="Google Shape;566;p42"/>
            <p:cNvSpPr/>
            <p:nvPr/>
          </p:nvSpPr>
          <p:spPr>
            <a:xfrm>
              <a:off x="3967250" y="3787050"/>
              <a:ext cx="424025" cy="360500"/>
            </a:xfrm>
            <a:custGeom>
              <a:rect b="b" l="l" r="r" t="t"/>
              <a:pathLst>
                <a:path extrusionOk="0" h="14420" w="16961">
                  <a:moveTo>
                    <a:pt x="1956" y="0"/>
                  </a:moveTo>
                  <a:cubicBezTo>
                    <a:pt x="1735" y="0"/>
                    <a:pt x="1558" y="14"/>
                    <a:pt x="1432" y="41"/>
                  </a:cubicBezTo>
                  <a:cubicBezTo>
                    <a:pt x="0" y="335"/>
                    <a:pt x="1867" y="3255"/>
                    <a:pt x="2990" y="6387"/>
                  </a:cubicBezTo>
                  <a:cubicBezTo>
                    <a:pt x="3856" y="8798"/>
                    <a:pt x="5038" y="14419"/>
                    <a:pt x="10139" y="14419"/>
                  </a:cubicBezTo>
                  <a:cubicBezTo>
                    <a:pt x="11659" y="14419"/>
                    <a:pt x="13526" y="13921"/>
                    <a:pt x="15837" y="12690"/>
                  </a:cubicBezTo>
                  <a:cubicBezTo>
                    <a:pt x="15837" y="12690"/>
                    <a:pt x="16960" y="7510"/>
                    <a:pt x="14025" y="4350"/>
                  </a:cubicBezTo>
                  <a:cubicBezTo>
                    <a:pt x="11348" y="1468"/>
                    <a:pt x="4263" y="0"/>
                    <a:pt x="195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7" name="Google Shape;567;p42"/>
            <p:cNvSpPr/>
            <p:nvPr/>
          </p:nvSpPr>
          <p:spPr>
            <a:xfrm>
              <a:off x="4030425" y="3801550"/>
              <a:ext cx="379800" cy="377650"/>
            </a:xfrm>
            <a:custGeom>
              <a:rect b="b" l="l" r="r" t="t"/>
              <a:pathLst>
                <a:path extrusionOk="0" h="15106" w="15192">
                  <a:moveTo>
                    <a:pt x="1657" y="1"/>
                  </a:moveTo>
                  <a:cubicBezTo>
                    <a:pt x="1604" y="1"/>
                    <a:pt x="1552" y="22"/>
                    <a:pt x="1517" y="64"/>
                  </a:cubicBezTo>
                  <a:cubicBezTo>
                    <a:pt x="1432" y="135"/>
                    <a:pt x="1432" y="260"/>
                    <a:pt x="1502" y="345"/>
                  </a:cubicBezTo>
                  <a:cubicBezTo>
                    <a:pt x="1502" y="345"/>
                    <a:pt x="2064" y="949"/>
                    <a:pt x="2163" y="1679"/>
                  </a:cubicBezTo>
                  <a:cubicBezTo>
                    <a:pt x="1236" y="1005"/>
                    <a:pt x="632" y="569"/>
                    <a:pt x="519" y="500"/>
                  </a:cubicBezTo>
                  <a:cubicBezTo>
                    <a:pt x="463" y="460"/>
                    <a:pt x="399" y="441"/>
                    <a:pt x="335" y="441"/>
                  </a:cubicBezTo>
                  <a:cubicBezTo>
                    <a:pt x="238" y="441"/>
                    <a:pt x="143" y="485"/>
                    <a:pt x="85" y="569"/>
                  </a:cubicBezTo>
                  <a:cubicBezTo>
                    <a:pt x="0" y="710"/>
                    <a:pt x="29" y="893"/>
                    <a:pt x="169" y="991"/>
                  </a:cubicBezTo>
                  <a:cubicBezTo>
                    <a:pt x="210" y="1019"/>
                    <a:pt x="1727" y="2086"/>
                    <a:pt x="3763" y="3645"/>
                  </a:cubicBezTo>
                  <a:cubicBezTo>
                    <a:pt x="3267" y="3744"/>
                    <a:pt x="2531" y="3775"/>
                    <a:pt x="1884" y="3775"/>
                  </a:cubicBezTo>
                  <a:cubicBezTo>
                    <a:pt x="1433" y="3775"/>
                    <a:pt x="1026" y="3760"/>
                    <a:pt x="772" y="3742"/>
                  </a:cubicBezTo>
                  <a:cubicBezTo>
                    <a:pt x="765" y="3741"/>
                    <a:pt x="758" y="3741"/>
                    <a:pt x="751" y="3741"/>
                  </a:cubicBezTo>
                  <a:cubicBezTo>
                    <a:pt x="648" y="3741"/>
                    <a:pt x="561" y="3833"/>
                    <a:pt x="547" y="3925"/>
                  </a:cubicBezTo>
                  <a:cubicBezTo>
                    <a:pt x="547" y="4038"/>
                    <a:pt x="632" y="4135"/>
                    <a:pt x="744" y="4150"/>
                  </a:cubicBezTo>
                  <a:cubicBezTo>
                    <a:pt x="859" y="4156"/>
                    <a:pt x="1328" y="4180"/>
                    <a:pt x="1903" y="4180"/>
                  </a:cubicBezTo>
                  <a:cubicBezTo>
                    <a:pt x="2667" y="4180"/>
                    <a:pt x="3617" y="4137"/>
                    <a:pt x="4170" y="3953"/>
                  </a:cubicBezTo>
                  <a:cubicBezTo>
                    <a:pt x="5420" y="4922"/>
                    <a:pt x="6837" y="6059"/>
                    <a:pt x="8213" y="7252"/>
                  </a:cubicBezTo>
                  <a:cubicBezTo>
                    <a:pt x="7503" y="7575"/>
                    <a:pt x="6346" y="7663"/>
                    <a:pt x="5298" y="7663"/>
                  </a:cubicBezTo>
                  <a:cubicBezTo>
                    <a:pt x="4066" y="7663"/>
                    <a:pt x="2985" y="7541"/>
                    <a:pt x="2962" y="7533"/>
                  </a:cubicBezTo>
                  <a:cubicBezTo>
                    <a:pt x="2954" y="7532"/>
                    <a:pt x="2946" y="7532"/>
                    <a:pt x="2939" y="7532"/>
                  </a:cubicBezTo>
                  <a:cubicBezTo>
                    <a:pt x="2837" y="7532"/>
                    <a:pt x="2751" y="7612"/>
                    <a:pt x="2738" y="7716"/>
                  </a:cubicBezTo>
                  <a:cubicBezTo>
                    <a:pt x="2724" y="7828"/>
                    <a:pt x="2808" y="7926"/>
                    <a:pt x="2921" y="7941"/>
                  </a:cubicBezTo>
                  <a:cubicBezTo>
                    <a:pt x="3006" y="7947"/>
                    <a:pt x="4048" y="8063"/>
                    <a:pt x="5261" y="8063"/>
                  </a:cubicBezTo>
                  <a:cubicBezTo>
                    <a:pt x="6435" y="8063"/>
                    <a:pt x="7770" y="7955"/>
                    <a:pt x="8550" y="7533"/>
                  </a:cubicBezTo>
                  <a:cubicBezTo>
                    <a:pt x="9688" y="8544"/>
                    <a:pt x="10796" y="9569"/>
                    <a:pt x="11751" y="10580"/>
                  </a:cubicBezTo>
                  <a:cubicBezTo>
                    <a:pt x="10192" y="11175"/>
                    <a:pt x="8646" y="11344"/>
                    <a:pt x="7391" y="11344"/>
                  </a:cubicBezTo>
                  <a:cubicBezTo>
                    <a:pt x="5741" y="11344"/>
                    <a:pt x="4593" y="11051"/>
                    <a:pt x="4577" y="11043"/>
                  </a:cubicBezTo>
                  <a:cubicBezTo>
                    <a:pt x="4560" y="11039"/>
                    <a:pt x="4544" y="11037"/>
                    <a:pt x="4527" y="11037"/>
                  </a:cubicBezTo>
                  <a:cubicBezTo>
                    <a:pt x="4433" y="11037"/>
                    <a:pt x="4349" y="11100"/>
                    <a:pt x="4325" y="11183"/>
                  </a:cubicBezTo>
                  <a:cubicBezTo>
                    <a:pt x="4297" y="11296"/>
                    <a:pt x="4366" y="11408"/>
                    <a:pt x="4465" y="11436"/>
                  </a:cubicBezTo>
                  <a:cubicBezTo>
                    <a:pt x="4550" y="11460"/>
                    <a:pt x="5707" y="11755"/>
                    <a:pt x="7366" y="11755"/>
                  </a:cubicBezTo>
                  <a:cubicBezTo>
                    <a:pt x="8700" y="11755"/>
                    <a:pt x="10358" y="11564"/>
                    <a:pt x="12046" y="10889"/>
                  </a:cubicBezTo>
                  <a:cubicBezTo>
                    <a:pt x="13408" y="12377"/>
                    <a:pt x="14377" y="13781"/>
                    <a:pt x="14574" y="14862"/>
                  </a:cubicBezTo>
                  <a:cubicBezTo>
                    <a:pt x="14599" y="15000"/>
                    <a:pt x="14725" y="15105"/>
                    <a:pt x="14872" y="15105"/>
                  </a:cubicBezTo>
                  <a:cubicBezTo>
                    <a:pt x="14889" y="15105"/>
                    <a:pt x="14906" y="15104"/>
                    <a:pt x="14924" y="15101"/>
                  </a:cubicBezTo>
                  <a:cubicBezTo>
                    <a:pt x="14967" y="15086"/>
                    <a:pt x="15008" y="15073"/>
                    <a:pt x="15051" y="15045"/>
                  </a:cubicBezTo>
                  <a:cubicBezTo>
                    <a:pt x="15135" y="14974"/>
                    <a:pt x="15191" y="14862"/>
                    <a:pt x="15163" y="14749"/>
                  </a:cubicBezTo>
                  <a:cubicBezTo>
                    <a:pt x="14896" y="13233"/>
                    <a:pt x="13282" y="11211"/>
                    <a:pt x="11204" y="9162"/>
                  </a:cubicBezTo>
                  <a:cubicBezTo>
                    <a:pt x="11569" y="7042"/>
                    <a:pt x="10347" y="3504"/>
                    <a:pt x="10291" y="3349"/>
                  </a:cubicBezTo>
                  <a:cubicBezTo>
                    <a:pt x="10268" y="3268"/>
                    <a:pt x="10187" y="3216"/>
                    <a:pt x="10096" y="3216"/>
                  </a:cubicBezTo>
                  <a:cubicBezTo>
                    <a:pt x="10077" y="3216"/>
                    <a:pt x="10058" y="3218"/>
                    <a:pt x="10038" y="3223"/>
                  </a:cubicBezTo>
                  <a:cubicBezTo>
                    <a:pt x="9940" y="3265"/>
                    <a:pt x="9884" y="3377"/>
                    <a:pt x="9912" y="3490"/>
                  </a:cubicBezTo>
                  <a:cubicBezTo>
                    <a:pt x="9926" y="3518"/>
                    <a:pt x="11049" y="6775"/>
                    <a:pt x="10839" y="8811"/>
                  </a:cubicBezTo>
                  <a:cubicBezTo>
                    <a:pt x="9589" y="7617"/>
                    <a:pt x="8213" y="6410"/>
                    <a:pt x="6865" y="5315"/>
                  </a:cubicBezTo>
                  <a:cubicBezTo>
                    <a:pt x="7202" y="3504"/>
                    <a:pt x="5854" y="1426"/>
                    <a:pt x="5798" y="1327"/>
                  </a:cubicBezTo>
                  <a:cubicBezTo>
                    <a:pt x="5753" y="1273"/>
                    <a:pt x="5684" y="1242"/>
                    <a:pt x="5619" y="1242"/>
                  </a:cubicBezTo>
                  <a:cubicBezTo>
                    <a:pt x="5582" y="1242"/>
                    <a:pt x="5547" y="1251"/>
                    <a:pt x="5517" y="1271"/>
                  </a:cubicBezTo>
                  <a:cubicBezTo>
                    <a:pt x="5420" y="1327"/>
                    <a:pt x="5392" y="1454"/>
                    <a:pt x="5461" y="1552"/>
                  </a:cubicBezTo>
                  <a:cubicBezTo>
                    <a:pt x="5476" y="1567"/>
                    <a:pt x="6655" y="3420"/>
                    <a:pt x="6500" y="5020"/>
                  </a:cubicBezTo>
                  <a:cubicBezTo>
                    <a:pt x="5040" y="3827"/>
                    <a:pt x="3651" y="2774"/>
                    <a:pt x="2584" y="1988"/>
                  </a:cubicBezTo>
                  <a:cubicBezTo>
                    <a:pt x="2625" y="962"/>
                    <a:pt x="1839" y="107"/>
                    <a:pt x="1798" y="64"/>
                  </a:cubicBezTo>
                  <a:cubicBezTo>
                    <a:pt x="1762" y="22"/>
                    <a:pt x="1709" y="1"/>
                    <a:pt x="165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68" name="Google Shape;568;p42"/>
          <p:cNvGrpSpPr/>
          <p:nvPr/>
        </p:nvGrpSpPr>
        <p:grpSpPr>
          <a:xfrm>
            <a:off x="7396694" y="847722"/>
            <a:ext cx="958018" cy="991460"/>
            <a:chOff x="4298410" y="160236"/>
            <a:chExt cx="869266" cy="899610"/>
          </a:xfrm>
        </p:grpSpPr>
        <p:sp>
          <p:nvSpPr>
            <p:cNvPr id="569" name="Google Shape;569;p42"/>
            <p:cNvSpPr/>
            <p:nvPr/>
          </p:nvSpPr>
          <p:spPr>
            <a:xfrm>
              <a:off x="4661014" y="431121"/>
              <a:ext cx="446761" cy="625338"/>
            </a:xfrm>
            <a:custGeom>
              <a:rect b="b" l="l" r="r" t="t"/>
              <a:pathLst>
                <a:path extrusionOk="0" h="12736" w="9099">
                  <a:moveTo>
                    <a:pt x="7891" y="1"/>
                  </a:moveTo>
                  <a:lnTo>
                    <a:pt x="3314" y="6923"/>
                  </a:lnTo>
                  <a:lnTo>
                    <a:pt x="1923" y="10923"/>
                  </a:lnTo>
                  <a:lnTo>
                    <a:pt x="9098" y="521"/>
                  </a:lnTo>
                  <a:lnTo>
                    <a:pt x="7891" y="1"/>
                  </a:lnTo>
                  <a:close/>
                  <a:moveTo>
                    <a:pt x="0" y="11893"/>
                  </a:moveTo>
                  <a:lnTo>
                    <a:pt x="0" y="11906"/>
                  </a:lnTo>
                  <a:lnTo>
                    <a:pt x="674" y="12735"/>
                  </a:lnTo>
                  <a:lnTo>
                    <a:pt x="1025" y="12215"/>
                  </a:lnTo>
                  <a:lnTo>
                    <a:pt x="0" y="1189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0" name="Google Shape;570;p42"/>
            <p:cNvSpPr/>
            <p:nvPr/>
          </p:nvSpPr>
          <p:spPr>
            <a:xfrm>
              <a:off x="4694107" y="456653"/>
              <a:ext cx="473570" cy="603194"/>
            </a:xfrm>
            <a:custGeom>
              <a:rect b="b" l="l" r="r" t="t"/>
              <a:pathLst>
                <a:path extrusionOk="0" h="12285" w="9645">
                  <a:moveTo>
                    <a:pt x="8424" y="1"/>
                  </a:moveTo>
                  <a:lnTo>
                    <a:pt x="1249" y="10403"/>
                  </a:lnTo>
                  <a:lnTo>
                    <a:pt x="1109" y="10797"/>
                  </a:lnTo>
                  <a:lnTo>
                    <a:pt x="407" y="11710"/>
                  </a:lnTo>
                  <a:lnTo>
                    <a:pt x="351" y="11695"/>
                  </a:lnTo>
                  <a:lnTo>
                    <a:pt x="0" y="12215"/>
                  </a:lnTo>
                  <a:lnTo>
                    <a:pt x="14" y="12229"/>
                  </a:lnTo>
                  <a:lnTo>
                    <a:pt x="856" y="12285"/>
                  </a:lnTo>
                  <a:lnTo>
                    <a:pt x="7679" y="3159"/>
                  </a:lnTo>
                  <a:lnTo>
                    <a:pt x="9645" y="534"/>
                  </a:lnTo>
                  <a:lnTo>
                    <a:pt x="8930" y="225"/>
                  </a:lnTo>
                  <a:lnTo>
                    <a:pt x="842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1" name="Google Shape;571;p42"/>
            <p:cNvSpPr/>
            <p:nvPr/>
          </p:nvSpPr>
          <p:spPr>
            <a:xfrm>
              <a:off x="4635482" y="247094"/>
              <a:ext cx="308888" cy="784520"/>
            </a:xfrm>
            <a:custGeom>
              <a:rect b="b" l="l" r="r" t="t"/>
              <a:pathLst>
                <a:path extrusionOk="0" h="15978" w="6291">
                  <a:moveTo>
                    <a:pt x="4283" y="1"/>
                  </a:moveTo>
                  <a:lnTo>
                    <a:pt x="0" y="15472"/>
                  </a:lnTo>
                  <a:lnTo>
                    <a:pt x="1601" y="15978"/>
                  </a:lnTo>
                  <a:lnTo>
                    <a:pt x="6290" y="1165"/>
                  </a:lnTo>
                  <a:lnTo>
                    <a:pt x="428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2" name="Google Shape;572;p42"/>
            <p:cNvSpPr/>
            <p:nvPr/>
          </p:nvSpPr>
          <p:spPr>
            <a:xfrm>
              <a:off x="4714042" y="303608"/>
              <a:ext cx="270296" cy="728006"/>
            </a:xfrm>
            <a:custGeom>
              <a:rect b="b" l="l" r="r" t="t"/>
              <a:pathLst>
                <a:path extrusionOk="0" h="14827" w="5505">
                  <a:moveTo>
                    <a:pt x="5504" y="1"/>
                  </a:moveTo>
                  <a:lnTo>
                    <a:pt x="4690" y="14"/>
                  </a:lnTo>
                  <a:lnTo>
                    <a:pt x="1" y="14827"/>
                  </a:lnTo>
                  <a:lnTo>
                    <a:pt x="703" y="13914"/>
                  </a:lnTo>
                  <a:lnTo>
                    <a:pt x="550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3" name="Google Shape;573;p42"/>
            <p:cNvSpPr/>
            <p:nvPr/>
          </p:nvSpPr>
          <p:spPr>
            <a:xfrm>
              <a:off x="4845777" y="247094"/>
              <a:ext cx="138560" cy="57251"/>
            </a:xfrm>
            <a:custGeom>
              <a:rect b="b" l="l" r="r" t="t"/>
              <a:pathLst>
                <a:path extrusionOk="0" h="1166" w="2822">
                  <a:moveTo>
                    <a:pt x="0" y="1"/>
                  </a:moveTo>
                  <a:lnTo>
                    <a:pt x="2007" y="1165"/>
                  </a:lnTo>
                  <a:lnTo>
                    <a:pt x="2821" y="1152"/>
                  </a:lnTo>
                  <a:lnTo>
                    <a:pt x="1573" y="39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4" name="Google Shape;574;p42"/>
            <p:cNvSpPr/>
            <p:nvPr/>
          </p:nvSpPr>
          <p:spPr>
            <a:xfrm>
              <a:off x="4625809" y="174033"/>
              <a:ext cx="117987" cy="787957"/>
            </a:xfrm>
            <a:custGeom>
              <a:rect b="b" l="l" r="r" t="t"/>
              <a:pathLst>
                <a:path extrusionOk="0" h="16048" w="2403">
                  <a:moveTo>
                    <a:pt x="1" y="1"/>
                  </a:moveTo>
                  <a:lnTo>
                    <a:pt x="787" y="16047"/>
                  </a:lnTo>
                  <a:lnTo>
                    <a:pt x="2402" y="15584"/>
                  </a:lnTo>
                  <a:lnTo>
                    <a:pt x="2402" y="15570"/>
                  </a:lnTo>
                  <a:lnTo>
                    <a:pt x="2135" y="9954"/>
                  </a:lnTo>
                  <a:lnTo>
                    <a:pt x="164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5" name="Google Shape;575;p42"/>
            <p:cNvSpPr/>
            <p:nvPr/>
          </p:nvSpPr>
          <p:spPr>
            <a:xfrm>
              <a:off x="4576218" y="168534"/>
              <a:ext cx="88282" cy="793456"/>
            </a:xfrm>
            <a:custGeom>
              <a:rect b="b" l="l" r="r" t="t"/>
              <a:pathLst>
                <a:path extrusionOk="0" h="16160" w="1798">
                  <a:moveTo>
                    <a:pt x="0" y="0"/>
                  </a:moveTo>
                  <a:lnTo>
                    <a:pt x="941" y="15429"/>
                  </a:lnTo>
                  <a:lnTo>
                    <a:pt x="1516" y="15921"/>
                  </a:lnTo>
                  <a:lnTo>
                    <a:pt x="1797" y="16159"/>
                  </a:lnTo>
                  <a:lnTo>
                    <a:pt x="1011" y="11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6" name="Google Shape;576;p42"/>
            <p:cNvSpPr/>
            <p:nvPr/>
          </p:nvSpPr>
          <p:spPr>
            <a:xfrm>
              <a:off x="4576218" y="160236"/>
              <a:ext cx="130361" cy="13846"/>
            </a:xfrm>
            <a:custGeom>
              <a:rect b="b" l="l" r="r" t="t"/>
              <a:pathLst>
                <a:path extrusionOk="0" h="282" w="2655">
                  <a:moveTo>
                    <a:pt x="1391" y="1"/>
                  </a:moveTo>
                  <a:lnTo>
                    <a:pt x="0" y="169"/>
                  </a:lnTo>
                  <a:lnTo>
                    <a:pt x="1011" y="282"/>
                  </a:lnTo>
                  <a:lnTo>
                    <a:pt x="2654" y="282"/>
                  </a:lnTo>
                  <a:lnTo>
                    <a:pt x="139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7" name="Google Shape;577;p42"/>
            <p:cNvSpPr/>
            <p:nvPr/>
          </p:nvSpPr>
          <p:spPr>
            <a:xfrm>
              <a:off x="4323255" y="216063"/>
              <a:ext cx="383324" cy="603243"/>
            </a:xfrm>
            <a:custGeom>
              <a:rect b="b" l="l" r="r" t="t"/>
              <a:pathLst>
                <a:path extrusionOk="0" h="12286" w="7807">
                  <a:moveTo>
                    <a:pt x="1305" y="0"/>
                  </a:moveTo>
                  <a:lnTo>
                    <a:pt x="0" y="365"/>
                  </a:lnTo>
                  <a:lnTo>
                    <a:pt x="6303" y="12286"/>
                  </a:lnTo>
                  <a:lnTo>
                    <a:pt x="7806" y="11765"/>
                  </a:lnTo>
                  <a:lnTo>
                    <a:pt x="130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8" name="Google Shape;578;p42"/>
            <p:cNvSpPr/>
            <p:nvPr/>
          </p:nvSpPr>
          <p:spPr>
            <a:xfrm>
              <a:off x="4298410" y="233984"/>
              <a:ext cx="334371" cy="625289"/>
            </a:xfrm>
            <a:custGeom>
              <a:rect b="b" l="l" r="r" t="t"/>
              <a:pathLst>
                <a:path extrusionOk="0" h="12735" w="6810">
                  <a:moveTo>
                    <a:pt x="506" y="0"/>
                  </a:moveTo>
                  <a:lnTo>
                    <a:pt x="1" y="970"/>
                  </a:lnTo>
                  <a:lnTo>
                    <a:pt x="6459" y="12735"/>
                  </a:lnTo>
                  <a:lnTo>
                    <a:pt x="6809" y="11921"/>
                  </a:lnTo>
                  <a:lnTo>
                    <a:pt x="50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9" name="Google Shape;579;p42"/>
            <p:cNvSpPr/>
            <p:nvPr/>
          </p:nvSpPr>
          <p:spPr>
            <a:xfrm>
              <a:off x="4615498" y="793724"/>
              <a:ext cx="91081" cy="65549"/>
            </a:xfrm>
            <a:custGeom>
              <a:rect b="b" l="l" r="r" t="t"/>
              <a:pathLst>
                <a:path extrusionOk="0" h="1335" w="1855">
                  <a:moveTo>
                    <a:pt x="1854" y="0"/>
                  </a:moveTo>
                  <a:lnTo>
                    <a:pt x="351" y="521"/>
                  </a:lnTo>
                  <a:lnTo>
                    <a:pt x="1" y="1335"/>
                  </a:lnTo>
                  <a:lnTo>
                    <a:pt x="1208" y="857"/>
                  </a:lnTo>
                  <a:lnTo>
                    <a:pt x="185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cience Subject for Elementary: Human Digestive System by Slidesgo">
  <a:themeElements>
    <a:clrScheme name="Simple Light">
      <a:dk1>
        <a:srgbClr val="2A6572"/>
      </a:dk1>
      <a:lt1>
        <a:srgbClr val="FFFFFF"/>
      </a:lt1>
      <a:dk2>
        <a:srgbClr val="F8A890"/>
      </a:dk2>
      <a:lt2>
        <a:srgbClr val="DB8277"/>
      </a:lt2>
      <a:accent1>
        <a:srgbClr val="A0644E"/>
      </a:accent1>
      <a:accent2>
        <a:srgbClr val="F5E57F"/>
      </a:accent2>
      <a:accent3>
        <a:srgbClr val="BADB7F"/>
      </a:accent3>
      <a:accent4>
        <a:srgbClr val="A4C2F4"/>
      </a:accent4>
      <a:accent5>
        <a:srgbClr val="B4A7D6"/>
      </a:accent5>
      <a:accent6>
        <a:srgbClr val="3C3C3B"/>
      </a:accent6>
      <a:hlink>
        <a:srgbClr val="2A6572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